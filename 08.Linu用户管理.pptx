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341" r:id="rId2"/>
    <p:sldId id="342" r:id="rId3"/>
    <p:sldId id="344" r:id="rId4"/>
    <p:sldId id="345" r:id="rId5"/>
    <p:sldId id="346" r:id="rId6"/>
    <p:sldId id="347" r:id="rId7"/>
    <p:sldId id="348" r:id="rId8"/>
    <p:sldId id="349" r:id="rId9"/>
    <p:sldId id="350" r:id="rId10"/>
    <p:sldId id="351" r:id="rId11"/>
    <p:sldId id="352" r:id="rId12"/>
    <p:sldId id="353" r:id="rId13"/>
    <p:sldId id="354" r:id="rId14"/>
    <p:sldId id="355" r:id="rId15"/>
    <p:sldId id="356" r:id="rId16"/>
    <p:sldId id="357" r:id="rId17"/>
    <p:sldId id="358" r:id="rId18"/>
    <p:sldId id="359" r:id="rId19"/>
    <p:sldId id="360" r:id="rId20"/>
    <p:sldId id="361" r:id="rId21"/>
    <p:sldId id="362" r:id="rId2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0018" autoAdjust="0"/>
  </p:normalViewPr>
  <p:slideViewPr>
    <p:cSldViewPr>
      <p:cViewPr varScale="1">
        <p:scale>
          <a:sx n="42" d="100"/>
          <a:sy n="42" d="100"/>
        </p:scale>
        <p:origin x="-750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72E97E-C7DF-44DD-9C05-3701349C3EDC}" type="datetimeFigureOut">
              <a:rPr lang="zh-CN" altLang="en-US" smtClean="0"/>
              <a:pPr/>
              <a:t>2016/8/4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F9ECA6-B362-41E9-A86D-E29A7E59E29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F9ECA6-B362-41E9-A86D-E29A7E59E299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F9ECA6-B362-41E9-A86D-E29A7E59E299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logo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948264" y="91480"/>
            <a:ext cx="2105025" cy="457200"/>
          </a:xfrm>
          <a:prstGeom prst="rect">
            <a:avLst/>
          </a:prstGeom>
        </p:spPr>
      </p:pic>
      <p:cxnSp>
        <p:nvCxnSpPr>
          <p:cNvPr id="12" name="直接连接符 11"/>
          <p:cNvCxnSpPr/>
          <p:nvPr/>
        </p:nvCxnSpPr>
        <p:spPr>
          <a:xfrm flipH="1">
            <a:off x="0" y="548680"/>
            <a:ext cx="914400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11560" y="6516052"/>
            <a:ext cx="79928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北京顶测科技有限公司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@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版权所有  仿冒必究    全国免费咨询：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400-888-3682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820472" y="6525344"/>
            <a:ext cx="323528" cy="33265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6" name="文本占位符 11"/>
          <p:cNvSpPr>
            <a:spLocks noGrp="1"/>
          </p:cNvSpPr>
          <p:nvPr>
            <p:ph idx="1"/>
          </p:nvPr>
        </p:nvSpPr>
        <p:spPr>
          <a:xfrm>
            <a:off x="467544" y="2204864"/>
            <a:ext cx="8229600" cy="424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17" name="标题占位符 12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948264" y="91480"/>
            <a:ext cx="2105025" cy="457200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 flipH="1">
            <a:off x="0" y="548680"/>
            <a:ext cx="914400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8" name="矩形 7"/>
          <p:cNvSpPr/>
          <p:nvPr/>
        </p:nvSpPr>
        <p:spPr>
          <a:xfrm>
            <a:off x="611560" y="6516052"/>
            <a:ext cx="79928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北京顶测科技有限公司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@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版权所有  仿冒必究    全国免费咨询：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400-888-3682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820472" y="6525344"/>
            <a:ext cx="323528" cy="33265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0" name="文本占位符 11"/>
          <p:cNvSpPr>
            <a:spLocks noGrp="1"/>
          </p:cNvSpPr>
          <p:nvPr>
            <p:ph idx="1"/>
          </p:nvPr>
        </p:nvSpPr>
        <p:spPr>
          <a:xfrm>
            <a:off x="467544" y="2204864"/>
            <a:ext cx="8229600" cy="424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11" name="标题占位符 12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logo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948264" y="91480"/>
            <a:ext cx="2105025" cy="4572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0" y="548680"/>
            <a:ext cx="914400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6" name="矩形 5"/>
          <p:cNvSpPr/>
          <p:nvPr/>
        </p:nvSpPr>
        <p:spPr>
          <a:xfrm>
            <a:off x="611560" y="6516052"/>
            <a:ext cx="79928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北京顶测科技有限公司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@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版权所有  仿冒必究    全国免费咨询：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400-888-3682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820472" y="6525344"/>
            <a:ext cx="323528" cy="33265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8" name="文本占位符 11"/>
          <p:cNvSpPr>
            <a:spLocks noGrp="1"/>
          </p:cNvSpPr>
          <p:nvPr>
            <p:ph idx="1"/>
          </p:nvPr>
        </p:nvSpPr>
        <p:spPr>
          <a:xfrm>
            <a:off x="467544" y="2204864"/>
            <a:ext cx="8229600" cy="424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9" name="标题占位符 12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logo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948264" y="91480"/>
            <a:ext cx="2105025" cy="4572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0" y="548680"/>
            <a:ext cx="914400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6" name="矩形 5"/>
          <p:cNvSpPr/>
          <p:nvPr/>
        </p:nvSpPr>
        <p:spPr>
          <a:xfrm>
            <a:off x="611560" y="6516052"/>
            <a:ext cx="79928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北京顶测科技有限公司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@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版权所有  仿冒必究    全国免费咨询：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400-888-3682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820472" y="6525344"/>
            <a:ext cx="323528" cy="33265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8" name="文本占位符 11"/>
          <p:cNvSpPr>
            <a:spLocks noGrp="1"/>
          </p:cNvSpPr>
          <p:nvPr>
            <p:ph idx="1"/>
          </p:nvPr>
        </p:nvSpPr>
        <p:spPr>
          <a:xfrm>
            <a:off x="467544" y="2204864"/>
            <a:ext cx="8229600" cy="424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9" name="标题占位符 12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logo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948264" y="91480"/>
            <a:ext cx="2105025" cy="4572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0" y="548680"/>
            <a:ext cx="914400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6" name="矩形 5"/>
          <p:cNvSpPr/>
          <p:nvPr/>
        </p:nvSpPr>
        <p:spPr>
          <a:xfrm>
            <a:off x="611560" y="6516052"/>
            <a:ext cx="79928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北京顶测科技有限公司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@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版权所有  仿冒必究    全国免费咨询：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400-888-3682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820472" y="6525344"/>
            <a:ext cx="323528" cy="33265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8" name="文本占位符 11"/>
          <p:cNvSpPr>
            <a:spLocks noGrp="1"/>
          </p:cNvSpPr>
          <p:nvPr>
            <p:ph idx="1"/>
          </p:nvPr>
        </p:nvSpPr>
        <p:spPr>
          <a:xfrm>
            <a:off x="467544" y="2204864"/>
            <a:ext cx="8229600" cy="424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9" name="标题占位符 12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logo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948264" y="91480"/>
            <a:ext cx="2105025" cy="457200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 flipH="1">
            <a:off x="0" y="548680"/>
            <a:ext cx="914400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1560" y="6516052"/>
            <a:ext cx="79928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北京顶测科技有限公司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@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版权所有  仿冒必究    全国免费咨询：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400-888-3682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820472" y="6525344"/>
            <a:ext cx="323528" cy="33265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"/>
          </p:nvPr>
        </p:nvSpPr>
        <p:spPr>
          <a:xfrm>
            <a:off x="467544" y="2204864"/>
            <a:ext cx="8229600" cy="424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3" name="标题占位符 12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root </a:t>
            </a:r>
            <a:r>
              <a:rPr lang="zh-CN" altLang="en-US" dirty="0" smtClean="0">
                <a:solidFill>
                  <a:srgbClr val="FF0000"/>
                </a:solidFill>
              </a:rPr>
              <a:t>用户</a:t>
            </a:r>
            <a:r>
              <a:rPr lang="zh-CN" altLang="en-US" dirty="0" smtClean="0"/>
              <a:t>（也称为</a:t>
            </a:r>
            <a:r>
              <a:rPr lang="zh-CN" altLang="en-US" dirty="0" smtClean="0">
                <a:solidFill>
                  <a:srgbClr val="FF0000"/>
                </a:solidFill>
              </a:rPr>
              <a:t>超级用户</a:t>
            </a:r>
            <a:r>
              <a:rPr lang="zh-CN" altLang="en-US" dirty="0" smtClean="0"/>
              <a:t>）：系统唯一，是真实的，可以登录系统，可以操作系统任何文件和命令，拥有最高权限</a:t>
            </a:r>
          </a:p>
          <a:p>
            <a:r>
              <a:rPr lang="zh-CN" altLang="en-US" dirty="0" smtClean="0"/>
              <a:t> </a:t>
            </a:r>
            <a:r>
              <a:rPr lang="zh-CN" altLang="en-US" dirty="0" smtClean="0">
                <a:solidFill>
                  <a:srgbClr val="FF0000"/>
                </a:solidFill>
              </a:rPr>
              <a:t>虚拟用户</a:t>
            </a:r>
            <a:r>
              <a:rPr lang="zh-CN" altLang="en-US" dirty="0" smtClean="0"/>
              <a:t>：这类用户也被称之为伪用户或假用户，与真实用户区分开来，这类用户不具有登录系统的能力，但却是系统运行不可缺少的用户，比如</a:t>
            </a:r>
            <a:r>
              <a:rPr lang="en-US" altLang="zh-CN" dirty="0" smtClean="0"/>
              <a:t>bin</a:t>
            </a:r>
            <a:r>
              <a:rPr lang="zh-CN" altLang="en-US" dirty="0" smtClean="0"/>
              <a:t>、</a:t>
            </a:r>
            <a:r>
              <a:rPr lang="en-US" altLang="zh-CN" dirty="0" smtClean="0"/>
              <a:t>daemon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adm</a:t>
            </a:r>
            <a:r>
              <a:rPr lang="zh-CN" altLang="en-US" dirty="0" smtClean="0"/>
              <a:t>、</a:t>
            </a:r>
            <a:r>
              <a:rPr lang="en-US" altLang="zh-CN" dirty="0" smtClean="0"/>
              <a:t>ftp</a:t>
            </a:r>
            <a:r>
              <a:rPr lang="zh-CN" altLang="en-US" dirty="0" smtClean="0"/>
              <a:t>、</a:t>
            </a:r>
            <a:r>
              <a:rPr lang="en-US" altLang="zh-CN" dirty="0" smtClean="0"/>
              <a:t>mail</a:t>
            </a:r>
            <a:r>
              <a:rPr lang="zh-CN" altLang="en-US" dirty="0" smtClean="0"/>
              <a:t>等；这类用户是系统自身拥有的，而非后来添加的，当然我们也可以添加虚拟用户 </a:t>
            </a:r>
          </a:p>
          <a:p>
            <a:r>
              <a:rPr lang="zh-CN" altLang="en-US" dirty="0" smtClean="0">
                <a:solidFill>
                  <a:srgbClr val="FF0000"/>
                </a:solidFill>
              </a:rPr>
              <a:t>普通真实用户</a:t>
            </a:r>
            <a:r>
              <a:rPr lang="zh-CN" altLang="en-US" dirty="0" smtClean="0"/>
              <a:t>：这类用户能登录系统，但只能操作其家目录的内容，权限受到限制，这类用户都是系统管理员自行添加的</a:t>
            </a:r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Linux</a:t>
            </a:r>
            <a:r>
              <a:rPr lang="zh-CN" altLang="en-US" dirty="0" smtClean="0"/>
              <a:t>系统用户分类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用户管理文件</a:t>
            </a:r>
            <a:r>
              <a:rPr lang="en-US" altLang="zh-CN" dirty="0" err="1" smtClean="0"/>
              <a:t>passwd</a:t>
            </a:r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00100" y="1643050"/>
            <a:ext cx="6786610" cy="4829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useradd</a:t>
            </a:r>
            <a:endParaRPr lang="en-US" altLang="zh-CN" dirty="0" smtClean="0"/>
          </a:p>
          <a:p>
            <a:r>
              <a:rPr lang="en-US" altLang="zh-CN" dirty="0" err="1" smtClean="0"/>
              <a:t>usermod</a:t>
            </a:r>
            <a:endParaRPr lang="en-US" altLang="zh-CN" dirty="0" smtClean="0"/>
          </a:p>
          <a:p>
            <a:r>
              <a:rPr lang="en-US" altLang="zh-CN" dirty="0" err="1" smtClean="0"/>
              <a:t>userdel</a:t>
            </a:r>
            <a:endParaRPr lang="en-US" altLang="zh-CN" dirty="0" smtClean="0"/>
          </a:p>
          <a:p>
            <a:r>
              <a:rPr lang="en-US" altLang="zh-CN" dirty="0" err="1" smtClean="0"/>
              <a:t>passwd</a:t>
            </a:r>
            <a:endParaRPr lang="en-US" altLang="zh-CN" dirty="0" smtClean="0"/>
          </a:p>
          <a:p>
            <a:r>
              <a:rPr lang="en-US" altLang="zh-CN" dirty="0" err="1" smtClean="0"/>
              <a:t>su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常用命令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67544" y="1785926"/>
            <a:ext cx="8229600" cy="4667410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dirty="0" smtClean="0"/>
              <a:t>功能：新增用户。</a:t>
            </a:r>
            <a:endParaRPr lang="en-US" altLang="zh-CN" dirty="0" smtClean="0"/>
          </a:p>
          <a:p>
            <a:pPr marL="342900" lvl="1" indent="-342900">
              <a:buFont typeface="Arial" pitchFamily="34" charset="0"/>
              <a:buChar char="•"/>
            </a:pPr>
            <a:r>
              <a:rPr lang="zh-CN" altLang="en-US" sz="3200" dirty="0" smtClean="0"/>
              <a:t>用法：</a:t>
            </a:r>
            <a:r>
              <a:rPr lang="en-US" altLang="zh-CN" sz="3200" dirty="0" err="1" smtClean="0"/>
              <a:t>useradd</a:t>
            </a:r>
            <a:r>
              <a:rPr lang="en-US" altLang="zh-CN" sz="3200" dirty="0" smtClean="0"/>
              <a:t> [</a:t>
            </a:r>
            <a:r>
              <a:rPr lang="zh-CN" altLang="en-US" sz="3200" dirty="0" smtClean="0"/>
              <a:t>选项</a:t>
            </a:r>
            <a:r>
              <a:rPr lang="en-US" altLang="zh-CN" sz="3200" dirty="0" smtClean="0"/>
              <a:t>] [</a:t>
            </a:r>
            <a:r>
              <a:rPr lang="zh-CN" altLang="en-US" sz="3200" dirty="0" smtClean="0"/>
              <a:t>用户名</a:t>
            </a:r>
            <a:r>
              <a:rPr lang="en-US" altLang="zh-CN" sz="3200" dirty="0" smtClean="0"/>
              <a:t>]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zh-CN" altLang="en-US" sz="3200" dirty="0" smtClean="0"/>
              <a:t>选项：</a:t>
            </a:r>
            <a:endParaRPr lang="en-US" altLang="zh-CN" sz="3200" dirty="0" smtClean="0"/>
          </a:p>
          <a:p>
            <a:pPr marL="1200150" lvl="3" indent="-342900"/>
            <a:r>
              <a:rPr lang="en-US" altLang="zh-CN" dirty="0" smtClean="0"/>
              <a:t>c</a:t>
            </a:r>
            <a:r>
              <a:rPr lang="zh-CN" altLang="en-US" dirty="0" smtClean="0"/>
              <a:t>：加上备注文字，备注文字保存在</a:t>
            </a:r>
            <a:r>
              <a:rPr lang="en-US" altLang="zh-CN" dirty="0" err="1" smtClean="0"/>
              <a:t>passwd</a:t>
            </a:r>
            <a:r>
              <a:rPr lang="zh-CN" altLang="en-US" dirty="0" smtClean="0"/>
              <a:t>的备注栏中。</a:t>
            </a:r>
          </a:p>
          <a:p>
            <a:pPr marL="1200150" lvl="3" indent="-342900"/>
            <a:r>
              <a:rPr lang="en-US" altLang="zh-CN" dirty="0" smtClean="0"/>
              <a:t>d</a:t>
            </a:r>
            <a:r>
              <a:rPr lang="zh-CN" altLang="en-US" dirty="0" smtClean="0"/>
              <a:t>：指定用户登入时的启始目录。</a:t>
            </a:r>
          </a:p>
          <a:p>
            <a:pPr marL="1200150" lvl="3" indent="-342900"/>
            <a:r>
              <a:rPr lang="en-US" altLang="zh-CN" dirty="0" smtClean="0"/>
              <a:t>e</a:t>
            </a:r>
            <a:r>
              <a:rPr lang="zh-CN" altLang="en-US" dirty="0" smtClean="0"/>
              <a:t>：指定账号的有效期限，缺省表示永久有效。</a:t>
            </a:r>
          </a:p>
          <a:p>
            <a:pPr marL="1200150" lvl="3" indent="-342900"/>
            <a:r>
              <a:rPr lang="en-US" altLang="zh-CN" dirty="0" smtClean="0"/>
              <a:t>f</a:t>
            </a:r>
            <a:r>
              <a:rPr lang="zh-CN" altLang="en-US" dirty="0" smtClean="0"/>
              <a:t>：指定在密码过期后多少天即关闭该账号。</a:t>
            </a:r>
          </a:p>
          <a:p>
            <a:pPr marL="1200150" lvl="3" indent="-342900"/>
            <a:r>
              <a:rPr lang="en-US" altLang="zh-CN" dirty="0" smtClean="0"/>
              <a:t>g</a:t>
            </a:r>
            <a:r>
              <a:rPr lang="zh-CN" altLang="en-US" dirty="0" smtClean="0"/>
              <a:t>：指定用户所属的群组。</a:t>
            </a:r>
          </a:p>
          <a:p>
            <a:pPr marL="1200150" lvl="3" indent="-342900"/>
            <a:r>
              <a:rPr lang="en-US" altLang="zh-CN" dirty="0" smtClean="0"/>
              <a:t>G</a:t>
            </a:r>
            <a:r>
              <a:rPr lang="zh-CN" altLang="en-US" dirty="0" smtClean="0"/>
              <a:t>：指定用户所属的附加群组。</a:t>
            </a:r>
          </a:p>
          <a:p>
            <a:pPr marL="1200150" lvl="3" indent="-342900"/>
            <a:r>
              <a:rPr lang="en-US" altLang="zh-CN" dirty="0" smtClean="0"/>
              <a:t>m</a:t>
            </a:r>
            <a:r>
              <a:rPr lang="zh-CN" altLang="en-US" dirty="0" smtClean="0"/>
              <a:t>：强制，自动建立用户的登入目录。</a:t>
            </a:r>
          </a:p>
          <a:p>
            <a:pPr marL="1200150" lvl="3" indent="-342900"/>
            <a:r>
              <a:rPr lang="en-US" altLang="zh-CN" dirty="0" smtClean="0"/>
              <a:t>M</a:t>
            </a:r>
            <a:r>
              <a:rPr lang="zh-CN" altLang="en-US" dirty="0" smtClean="0"/>
              <a:t>：强制，不要自动建立用户的登入目录。</a:t>
            </a:r>
          </a:p>
          <a:p>
            <a:pPr marL="1200150" lvl="3" indent="-342900"/>
            <a:r>
              <a:rPr lang="en-US" altLang="zh-CN" dirty="0" smtClean="0"/>
              <a:t>r</a:t>
            </a:r>
            <a:r>
              <a:rPr lang="zh-CN" altLang="en-US" dirty="0" smtClean="0"/>
              <a:t>：建立系统账号。</a:t>
            </a:r>
          </a:p>
          <a:p>
            <a:pPr marL="1200150" lvl="3" indent="-342900"/>
            <a:r>
              <a:rPr lang="en-US" altLang="zh-CN" dirty="0" smtClean="0"/>
              <a:t>s</a:t>
            </a:r>
            <a:r>
              <a:rPr lang="zh-CN" altLang="en-US" dirty="0" smtClean="0"/>
              <a:t>：指定用户登入后所使用的</a:t>
            </a:r>
            <a:r>
              <a:rPr lang="en-US" altLang="zh-CN" dirty="0" smtClean="0"/>
              <a:t>shell</a:t>
            </a:r>
            <a:r>
              <a:rPr lang="zh-CN" altLang="en-US" dirty="0" smtClean="0"/>
              <a:t>。</a:t>
            </a:r>
          </a:p>
          <a:p>
            <a:pPr marL="1200150" lvl="3" indent="-342900"/>
            <a:r>
              <a:rPr lang="en-US" altLang="zh-CN" dirty="0" smtClean="0"/>
              <a:t>u</a:t>
            </a:r>
            <a:r>
              <a:rPr lang="zh-CN" altLang="en-US" dirty="0" smtClean="0"/>
              <a:t>：指定用户</a:t>
            </a:r>
            <a:r>
              <a:rPr lang="en-US" altLang="zh-CN" dirty="0" smtClean="0"/>
              <a:t>ID</a:t>
            </a:r>
            <a:r>
              <a:rPr lang="zh-CN" altLang="en-US" dirty="0" smtClean="0"/>
              <a:t>号。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useradd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新增用户</a:t>
            </a:r>
            <a:r>
              <a:rPr lang="en-US" altLang="zh-CN" dirty="0" err="1" smtClean="0"/>
              <a:t>dingce</a:t>
            </a:r>
            <a:endParaRPr lang="en-US" altLang="zh-CN" dirty="0" smtClean="0"/>
          </a:p>
          <a:p>
            <a:pPr lvl="1"/>
            <a:r>
              <a:rPr lang="en-US" altLang="zh-CN" dirty="0" err="1" smtClean="0">
                <a:solidFill>
                  <a:srgbClr val="FF0000"/>
                </a:solidFill>
              </a:rPr>
              <a:t>useradd</a:t>
            </a:r>
            <a:r>
              <a:rPr lang="en-US" altLang="zh-CN" dirty="0" smtClean="0">
                <a:solidFill>
                  <a:srgbClr val="FF0000"/>
                </a:solidFill>
              </a:rPr>
              <a:t> </a:t>
            </a:r>
            <a:r>
              <a:rPr lang="en-US" altLang="zh-CN" dirty="0" err="1" smtClean="0">
                <a:solidFill>
                  <a:srgbClr val="FF0000"/>
                </a:solidFill>
              </a:rPr>
              <a:t>dingce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lvl="1"/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 smtClean="0"/>
              <a:t>执行该命令，将在系统做以下一些事情：</a:t>
            </a:r>
          </a:p>
          <a:p>
            <a:pPr lvl="1"/>
            <a:r>
              <a:rPr lang="zh-CN" altLang="en-US" dirty="0" smtClean="0"/>
              <a:t>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）在</a:t>
            </a:r>
            <a:r>
              <a:rPr lang="en-US" altLang="zh-CN" dirty="0" smtClean="0"/>
              <a:t>/etc/</a:t>
            </a:r>
            <a:r>
              <a:rPr lang="en-US" altLang="zh-CN" dirty="0" err="1" smtClean="0"/>
              <a:t>passwd</a:t>
            </a:r>
            <a:r>
              <a:rPr lang="zh-CN" altLang="en-US" dirty="0" smtClean="0"/>
              <a:t>文件中增添了一行记录</a:t>
            </a:r>
          </a:p>
          <a:p>
            <a:pPr lvl="1"/>
            <a:r>
              <a:rPr lang="zh-CN" altLang="en-US" dirty="0" smtClean="0"/>
              <a:t>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）在</a:t>
            </a:r>
            <a:r>
              <a:rPr lang="en-US" altLang="zh-CN" dirty="0" smtClean="0"/>
              <a:t>/home</a:t>
            </a:r>
            <a:r>
              <a:rPr lang="zh-CN" altLang="en-US" dirty="0" smtClean="0"/>
              <a:t>目录下创建新用户的主目录，并将</a:t>
            </a:r>
            <a:r>
              <a:rPr lang="en-US" altLang="zh-CN" dirty="0" smtClean="0"/>
              <a:t>/etc/</a:t>
            </a:r>
            <a:r>
              <a:rPr lang="en-US" altLang="zh-CN" dirty="0" err="1" smtClean="0"/>
              <a:t>skel</a:t>
            </a:r>
            <a:r>
              <a:rPr lang="zh-CN" altLang="en-US" dirty="0" smtClean="0"/>
              <a:t>目录中的文件拷贝到该目录中去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例子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zh-CN" altLang="en-US" dirty="0" smtClean="0"/>
              <a:t>功能：修改用户属性</a:t>
            </a:r>
            <a:endParaRPr lang="en-US" altLang="zh-CN" dirty="0" smtClean="0"/>
          </a:p>
          <a:p>
            <a:pPr marL="342900" lvl="1" indent="-342900">
              <a:buFont typeface="Arial" pitchFamily="34" charset="0"/>
              <a:buChar char="•"/>
            </a:pPr>
            <a:r>
              <a:rPr lang="zh-CN" altLang="en-US" sz="3200" dirty="0" smtClean="0"/>
              <a:t>用法：</a:t>
            </a:r>
            <a:r>
              <a:rPr lang="en-US" altLang="zh-CN" sz="3200" dirty="0" err="1" smtClean="0"/>
              <a:t>usermod</a:t>
            </a:r>
            <a:r>
              <a:rPr lang="en-US" altLang="zh-CN" sz="3200" dirty="0" smtClean="0"/>
              <a:t> [</a:t>
            </a:r>
            <a:r>
              <a:rPr lang="zh-CN" altLang="en-US" sz="3200" dirty="0" smtClean="0"/>
              <a:t>选项</a:t>
            </a:r>
            <a:r>
              <a:rPr lang="en-US" altLang="zh-CN" sz="3200" dirty="0" smtClean="0"/>
              <a:t>] [</a:t>
            </a:r>
            <a:r>
              <a:rPr lang="zh-CN" altLang="en-US" sz="3200" dirty="0" smtClean="0"/>
              <a:t>用户名</a:t>
            </a:r>
            <a:r>
              <a:rPr lang="en-US" altLang="zh-CN" sz="3200" dirty="0" smtClean="0"/>
              <a:t>]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zh-CN" altLang="en-US" sz="3200" dirty="0" smtClean="0"/>
              <a:t>选项：</a:t>
            </a:r>
            <a:endParaRPr lang="en-US" altLang="zh-CN" sz="3200" dirty="0" smtClean="0"/>
          </a:p>
          <a:p>
            <a:pPr marL="1200150" lvl="3" indent="-342900"/>
            <a:r>
              <a:rPr lang="en-US" altLang="zh-CN" dirty="0" smtClean="0"/>
              <a:t>c</a:t>
            </a:r>
            <a:r>
              <a:rPr lang="zh-CN" altLang="en-US" dirty="0" smtClean="0"/>
              <a:t>：加上备注文字，备注文字保存在</a:t>
            </a:r>
            <a:r>
              <a:rPr lang="en-US" altLang="zh-CN" dirty="0" err="1" smtClean="0"/>
              <a:t>passwd</a:t>
            </a:r>
            <a:r>
              <a:rPr lang="zh-CN" altLang="en-US" dirty="0" smtClean="0"/>
              <a:t>的备注栏中。</a:t>
            </a:r>
          </a:p>
          <a:p>
            <a:pPr marL="1200150" lvl="3" indent="-342900"/>
            <a:r>
              <a:rPr lang="en-US" altLang="zh-CN" dirty="0" smtClean="0"/>
              <a:t>d</a:t>
            </a:r>
            <a:r>
              <a:rPr lang="zh-CN" altLang="en-US" dirty="0" smtClean="0"/>
              <a:t>：指定用户登入时的启始目录。</a:t>
            </a:r>
          </a:p>
          <a:p>
            <a:pPr marL="1200150" lvl="3" indent="-342900"/>
            <a:r>
              <a:rPr lang="en-US" altLang="zh-CN" dirty="0" smtClean="0"/>
              <a:t>e</a:t>
            </a:r>
            <a:r>
              <a:rPr lang="zh-CN" altLang="en-US" dirty="0" smtClean="0"/>
              <a:t>：指定账号的有效期限，缺省表示永久有效。</a:t>
            </a:r>
          </a:p>
          <a:p>
            <a:pPr marL="1200150" lvl="3" indent="-342900"/>
            <a:r>
              <a:rPr lang="en-US" altLang="zh-CN" dirty="0" smtClean="0"/>
              <a:t>f</a:t>
            </a:r>
            <a:r>
              <a:rPr lang="zh-CN" altLang="en-US" dirty="0" smtClean="0"/>
              <a:t>：指定在密码过期后多少天即关闭该账号。</a:t>
            </a:r>
          </a:p>
          <a:p>
            <a:pPr marL="1200150" lvl="3" indent="-342900"/>
            <a:r>
              <a:rPr lang="en-US" altLang="zh-CN" dirty="0" smtClean="0"/>
              <a:t>g</a:t>
            </a:r>
            <a:r>
              <a:rPr lang="zh-CN" altLang="en-US" dirty="0" smtClean="0"/>
              <a:t>：指定用户所属的群组。</a:t>
            </a:r>
          </a:p>
          <a:p>
            <a:pPr marL="1200150" lvl="3" indent="-342900"/>
            <a:r>
              <a:rPr lang="en-US" altLang="zh-CN" dirty="0" smtClean="0"/>
              <a:t>G</a:t>
            </a:r>
            <a:r>
              <a:rPr lang="zh-CN" altLang="en-US" dirty="0" smtClean="0"/>
              <a:t>：指定用户所属的附加群组。</a:t>
            </a:r>
          </a:p>
          <a:p>
            <a:pPr marL="1200150" lvl="3" indent="-342900"/>
            <a:r>
              <a:rPr lang="en-US" altLang="zh-CN" dirty="0" smtClean="0"/>
              <a:t>m</a:t>
            </a:r>
            <a:r>
              <a:rPr lang="zh-CN" altLang="en-US" dirty="0" smtClean="0"/>
              <a:t>：强制，自动建立用户的登入目录。</a:t>
            </a:r>
          </a:p>
          <a:p>
            <a:pPr marL="1200150" lvl="3" indent="-342900"/>
            <a:r>
              <a:rPr lang="en-US" altLang="zh-CN" dirty="0" smtClean="0"/>
              <a:t>r</a:t>
            </a:r>
            <a:r>
              <a:rPr lang="zh-CN" altLang="en-US" dirty="0" smtClean="0"/>
              <a:t>：建立系统账号。</a:t>
            </a:r>
          </a:p>
          <a:p>
            <a:pPr marL="1200150" lvl="3" indent="-342900"/>
            <a:r>
              <a:rPr lang="en-US" altLang="zh-CN" dirty="0" smtClean="0"/>
              <a:t>s</a:t>
            </a:r>
            <a:r>
              <a:rPr lang="zh-CN" altLang="en-US" dirty="0" smtClean="0"/>
              <a:t>：指定用户登入后所使用的</a:t>
            </a:r>
            <a:r>
              <a:rPr lang="en-US" altLang="zh-CN" dirty="0" smtClean="0"/>
              <a:t>shell</a:t>
            </a:r>
            <a:r>
              <a:rPr lang="zh-CN" altLang="en-US" dirty="0" smtClean="0"/>
              <a:t>。</a:t>
            </a:r>
          </a:p>
          <a:p>
            <a:pPr marL="1200150" lvl="3" indent="-342900"/>
            <a:r>
              <a:rPr lang="en-US" altLang="zh-CN" dirty="0" smtClean="0"/>
              <a:t>u</a:t>
            </a:r>
            <a:r>
              <a:rPr lang="zh-CN" altLang="en-US" dirty="0" smtClean="0"/>
              <a:t>：指定用户</a:t>
            </a:r>
            <a:r>
              <a:rPr lang="en-US" altLang="zh-CN" dirty="0" smtClean="0"/>
              <a:t>ID</a:t>
            </a:r>
            <a:r>
              <a:rPr lang="zh-CN" altLang="en-US" dirty="0" smtClean="0"/>
              <a:t>号。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usermod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修改</a:t>
            </a:r>
            <a:r>
              <a:rPr lang="en-US" altLang="zh-CN" dirty="0" err="1" smtClean="0"/>
              <a:t>dingce</a:t>
            </a:r>
            <a:r>
              <a:rPr lang="zh-CN" altLang="en-US" dirty="0" smtClean="0"/>
              <a:t>用户</a:t>
            </a:r>
            <a:r>
              <a:rPr lang="en-US" altLang="zh-CN" dirty="0" smtClean="0"/>
              <a:t>UID</a:t>
            </a:r>
            <a:r>
              <a:rPr lang="zh-CN" altLang="en-US" dirty="0" smtClean="0"/>
              <a:t>为</a:t>
            </a:r>
            <a:r>
              <a:rPr lang="en-US" altLang="zh-CN" dirty="0" smtClean="0"/>
              <a:t>555</a:t>
            </a:r>
            <a:r>
              <a:rPr lang="zh-CN" altLang="en-US" dirty="0" smtClean="0"/>
              <a:t>，归属组为</a:t>
            </a:r>
            <a:r>
              <a:rPr lang="en-US" altLang="zh-CN" dirty="0" smtClean="0"/>
              <a:t>test</a:t>
            </a:r>
          </a:p>
          <a:p>
            <a:pPr lvl="1"/>
            <a:r>
              <a:rPr lang="en-US" altLang="zh-CN" dirty="0" err="1" smtClean="0">
                <a:solidFill>
                  <a:srgbClr val="FF0000"/>
                </a:solidFill>
              </a:rPr>
              <a:t>usermod</a:t>
            </a:r>
            <a:r>
              <a:rPr lang="en-US" altLang="zh-CN" dirty="0" smtClean="0">
                <a:solidFill>
                  <a:srgbClr val="FF0000"/>
                </a:solidFill>
              </a:rPr>
              <a:t> -u 555 -g test </a:t>
            </a:r>
            <a:r>
              <a:rPr lang="en-US" altLang="zh-CN" dirty="0" err="1" smtClean="0">
                <a:solidFill>
                  <a:srgbClr val="FF0000"/>
                </a:solidFill>
              </a:rPr>
              <a:t>dingce</a:t>
            </a:r>
            <a:endParaRPr lang="en-US" altLang="zh-CN" dirty="0" smtClean="0">
              <a:solidFill>
                <a:srgbClr val="FF0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例子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Font typeface="Arial" pitchFamily="34" charset="0"/>
              <a:buChar char="•"/>
            </a:pPr>
            <a:r>
              <a:rPr lang="zh-CN" altLang="en-US" dirty="0" smtClean="0"/>
              <a:t>功能：删除用户。</a:t>
            </a:r>
            <a:endParaRPr lang="en-US" altLang="zh-CN" dirty="0" smtClean="0"/>
          </a:p>
          <a:p>
            <a:pPr marL="342900" lvl="1" indent="-342900">
              <a:buFont typeface="Arial" pitchFamily="34" charset="0"/>
              <a:buChar char="•"/>
            </a:pPr>
            <a:r>
              <a:rPr lang="zh-CN" altLang="en-US" dirty="0" smtClean="0"/>
              <a:t>用法：</a:t>
            </a:r>
            <a:r>
              <a:rPr lang="en-US" altLang="zh-CN" dirty="0" err="1" smtClean="0"/>
              <a:t>userdel</a:t>
            </a:r>
            <a:r>
              <a:rPr lang="en-US" altLang="zh-CN" dirty="0" smtClean="0"/>
              <a:t> [-r] </a:t>
            </a:r>
            <a:r>
              <a:rPr lang="zh-CN" altLang="en-US" dirty="0" smtClean="0"/>
              <a:t>用户名</a:t>
            </a:r>
            <a:endParaRPr lang="en-US" altLang="zh-CN" dirty="0" smtClean="0"/>
          </a:p>
          <a:p>
            <a:pPr marL="342900" lvl="1" indent="-342900">
              <a:buFont typeface="Arial" pitchFamily="34" charset="0"/>
              <a:buChar char="•"/>
            </a:pPr>
            <a:r>
              <a:rPr lang="zh-CN" altLang="en-US" dirty="0" smtClean="0"/>
              <a:t>说明：</a:t>
            </a:r>
            <a:r>
              <a:rPr lang="en-US" altLang="zh-CN" dirty="0" err="1" smtClean="0"/>
              <a:t>userdel</a:t>
            </a:r>
            <a:r>
              <a:rPr lang="zh-CN" altLang="en-US" dirty="0" smtClean="0"/>
              <a:t>命令非常简单，其只有一个可选项</a:t>
            </a:r>
            <a:r>
              <a:rPr lang="en-US" altLang="zh-CN" dirty="0" smtClean="0"/>
              <a:t>-r</a:t>
            </a:r>
            <a:r>
              <a:rPr lang="zh-CN" altLang="en-US" dirty="0" smtClean="0"/>
              <a:t>，如果在</a:t>
            </a:r>
            <a:r>
              <a:rPr lang="en-US" altLang="zh-CN" dirty="0" err="1" smtClean="0"/>
              <a:t>userdel</a:t>
            </a:r>
            <a:r>
              <a:rPr lang="zh-CN" altLang="en-US" dirty="0" smtClean="0"/>
              <a:t>加上</a:t>
            </a:r>
            <a:r>
              <a:rPr lang="en-US" altLang="zh-CN" dirty="0" smtClean="0"/>
              <a:t>-r</a:t>
            </a:r>
            <a:r>
              <a:rPr lang="zh-CN" altLang="en-US" dirty="0" smtClean="0"/>
              <a:t>选项，则在删除用户的同时也一并删除存储在</a:t>
            </a:r>
            <a:r>
              <a:rPr lang="en-US" altLang="zh-CN" dirty="0" smtClean="0"/>
              <a:t>/home</a:t>
            </a:r>
            <a:r>
              <a:rPr lang="zh-CN" altLang="en-US" dirty="0" smtClean="0"/>
              <a:t>目录下的该用户目录和文件。</a:t>
            </a:r>
          </a:p>
          <a:p>
            <a:pPr marL="342900" lvl="1" indent="-342900">
              <a:buFont typeface="Arial" pitchFamily="34" charset="0"/>
              <a:buChar char="•"/>
            </a:pP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 smtClean="0"/>
              <a:t>userdel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删除</a:t>
            </a:r>
            <a:r>
              <a:rPr lang="en-US" altLang="zh-CN" dirty="0" err="1" smtClean="0"/>
              <a:t>dingce</a:t>
            </a:r>
            <a:r>
              <a:rPr lang="zh-CN" altLang="en-US" dirty="0" smtClean="0"/>
              <a:t>用户，并删除该用户家目录。</a:t>
            </a:r>
            <a:endParaRPr lang="en-US" altLang="zh-CN" dirty="0" smtClean="0"/>
          </a:p>
          <a:p>
            <a:pPr lvl="1"/>
            <a:r>
              <a:rPr lang="en-US" altLang="zh-CN" dirty="0" err="1" smtClean="0">
                <a:solidFill>
                  <a:srgbClr val="FF0000"/>
                </a:solidFill>
              </a:rPr>
              <a:t>userdel</a:t>
            </a:r>
            <a:r>
              <a:rPr lang="en-US" altLang="zh-CN" dirty="0" smtClean="0">
                <a:solidFill>
                  <a:srgbClr val="FF0000"/>
                </a:solidFill>
              </a:rPr>
              <a:t> -r </a:t>
            </a:r>
            <a:r>
              <a:rPr lang="en-US" altLang="zh-CN" dirty="0" err="1" smtClean="0">
                <a:solidFill>
                  <a:srgbClr val="FF0000"/>
                </a:solidFill>
              </a:rPr>
              <a:t>dingce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例子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功能：设置或修改用户密码、密码属性。</a:t>
            </a:r>
            <a:endParaRPr lang="en-US" altLang="zh-CN" dirty="0" smtClean="0"/>
          </a:p>
          <a:p>
            <a:pPr marL="342900" lvl="1" indent="-342900">
              <a:buFont typeface="Arial" pitchFamily="34" charset="0"/>
              <a:buChar char="•"/>
            </a:pPr>
            <a:r>
              <a:rPr lang="zh-CN" altLang="en-US" dirty="0" smtClean="0"/>
              <a:t>用法：</a:t>
            </a:r>
            <a:r>
              <a:rPr lang="en-US" altLang="zh-CN" dirty="0" err="1" smtClean="0"/>
              <a:t>passwd</a:t>
            </a:r>
            <a:r>
              <a:rPr lang="en-US" altLang="zh-CN" dirty="0" smtClean="0"/>
              <a:t> [</a:t>
            </a:r>
            <a:r>
              <a:rPr lang="zh-CN" altLang="en-US" dirty="0" smtClean="0"/>
              <a:t>选项</a:t>
            </a:r>
            <a:r>
              <a:rPr lang="en-US" altLang="zh-CN" dirty="0" smtClean="0"/>
              <a:t>] [</a:t>
            </a:r>
            <a:r>
              <a:rPr lang="zh-CN" altLang="en-US" dirty="0" smtClean="0"/>
              <a:t>用户名</a:t>
            </a:r>
            <a:r>
              <a:rPr lang="en-US" altLang="zh-CN" dirty="0" smtClean="0"/>
              <a:t>]</a:t>
            </a:r>
          </a:p>
          <a:p>
            <a:pPr marL="342900" lvl="1" indent="-342900">
              <a:buFont typeface="Arial" pitchFamily="34" charset="0"/>
              <a:buChar char="•"/>
            </a:pP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passwd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修改</a:t>
            </a:r>
            <a:r>
              <a:rPr lang="en-US" altLang="zh-CN" dirty="0" smtClean="0"/>
              <a:t>test</a:t>
            </a:r>
            <a:r>
              <a:rPr lang="zh-CN" altLang="en-US" dirty="0" smtClean="0"/>
              <a:t>用户的密码为</a:t>
            </a:r>
            <a:r>
              <a:rPr lang="en-US" altLang="zh-CN" dirty="0" smtClean="0"/>
              <a:t>1234567</a:t>
            </a:r>
          </a:p>
          <a:p>
            <a:pPr lvl="1"/>
            <a:r>
              <a:rPr lang="en-US" altLang="zh-CN" dirty="0" err="1" smtClean="0"/>
              <a:t>passwd</a:t>
            </a:r>
            <a:r>
              <a:rPr lang="en-US" altLang="zh-CN" dirty="0" smtClean="0"/>
              <a:t> test</a:t>
            </a:r>
          </a:p>
          <a:p>
            <a:pPr lvl="1"/>
            <a:r>
              <a:rPr lang="en-US" altLang="zh-CN" dirty="0" smtClean="0"/>
              <a:t>1234567</a:t>
            </a:r>
          </a:p>
          <a:p>
            <a:pPr lvl="1"/>
            <a:r>
              <a:rPr lang="en-US" altLang="zh-CN" dirty="0" smtClean="0"/>
              <a:t>1234567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例子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功能：用户切换</a:t>
            </a:r>
            <a:endParaRPr lang="en-US" altLang="zh-CN" dirty="0" smtClean="0"/>
          </a:p>
          <a:p>
            <a:r>
              <a:rPr lang="zh-CN" altLang="en-US" dirty="0" smtClean="0"/>
              <a:t>用法：</a:t>
            </a:r>
            <a:r>
              <a:rPr lang="en-US" altLang="zh-CN" dirty="0" err="1" smtClean="0"/>
              <a:t>su</a:t>
            </a:r>
            <a:r>
              <a:rPr lang="en-US" altLang="zh-CN" dirty="0" smtClean="0"/>
              <a:t> [-] </a:t>
            </a:r>
            <a:r>
              <a:rPr lang="zh-CN" altLang="en-US" dirty="0" smtClean="0"/>
              <a:t>用户名</a:t>
            </a:r>
            <a:endParaRPr lang="en-US" altLang="zh-CN" dirty="0" smtClean="0"/>
          </a:p>
          <a:p>
            <a:r>
              <a:rPr lang="zh-CN" altLang="en-US" dirty="0" smtClean="0"/>
              <a:t>说明：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不加</a:t>
            </a:r>
            <a:r>
              <a:rPr lang="en-US" altLang="zh-CN" dirty="0" smtClean="0"/>
              <a:t>-</a:t>
            </a:r>
            <a:r>
              <a:rPr lang="zh-CN" altLang="en-US" dirty="0" smtClean="0"/>
              <a:t>：取得用户的临时权限，环境没改变。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加</a:t>
            </a:r>
            <a:r>
              <a:rPr lang="en-US" altLang="zh-CN" dirty="0" smtClean="0"/>
              <a:t>-</a:t>
            </a:r>
            <a:r>
              <a:rPr lang="zh-CN" altLang="en-US" dirty="0" smtClean="0"/>
              <a:t>：完全切换到新用户。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su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临时切换到</a:t>
            </a:r>
            <a:r>
              <a:rPr lang="en-US" altLang="zh-CN" dirty="0" smtClean="0"/>
              <a:t>root</a:t>
            </a:r>
            <a:r>
              <a:rPr lang="zh-CN" altLang="en-US" dirty="0" smtClean="0"/>
              <a:t>用户</a:t>
            </a:r>
            <a:endParaRPr lang="en-US" altLang="zh-CN" dirty="0" smtClean="0"/>
          </a:p>
          <a:p>
            <a:pPr lvl="1"/>
            <a:r>
              <a:rPr lang="en-US" altLang="zh-CN" dirty="0" err="1" smtClean="0">
                <a:solidFill>
                  <a:srgbClr val="FF0000"/>
                </a:solidFill>
              </a:rPr>
              <a:t>su</a:t>
            </a:r>
            <a:r>
              <a:rPr lang="en-US" altLang="zh-CN" dirty="0" smtClean="0">
                <a:solidFill>
                  <a:srgbClr val="FF0000"/>
                </a:solidFill>
              </a:rPr>
              <a:t> root</a:t>
            </a:r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完全切换到</a:t>
            </a:r>
            <a:r>
              <a:rPr lang="en-US" altLang="zh-CN" dirty="0" smtClean="0"/>
              <a:t>root</a:t>
            </a:r>
            <a:r>
              <a:rPr lang="zh-CN" altLang="en-US" dirty="0" smtClean="0"/>
              <a:t>用户</a:t>
            </a:r>
            <a:endParaRPr lang="en-US" altLang="zh-CN" dirty="0" smtClean="0"/>
          </a:p>
          <a:p>
            <a:pPr lvl="1"/>
            <a:r>
              <a:rPr lang="en-US" altLang="zh-CN" dirty="0" err="1" smtClean="0">
                <a:solidFill>
                  <a:srgbClr val="FF0000"/>
                </a:solidFill>
              </a:rPr>
              <a:t>su</a:t>
            </a:r>
            <a:r>
              <a:rPr lang="en-US" altLang="zh-CN" dirty="0" smtClean="0">
                <a:solidFill>
                  <a:srgbClr val="FF0000"/>
                </a:solidFill>
              </a:rPr>
              <a:t> - root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例子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用户组就是具有相同特征的用户的集合体，用户和用户组的关系是多对多的，一个用户可以属于多个用户组，同样，一个用户组可以包含多个用户</a:t>
            </a:r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用户组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groupadd</a:t>
            </a:r>
            <a:endParaRPr lang="en-US" altLang="zh-CN" dirty="0" smtClean="0"/>
          </a:p>
          <a:p>
            <a:r>
              <a:rPr lang="en-US" altLang="zh-CN" dirty="0" err="1" smtClean="0"/>
              <a:t>groupmod</a:t>
            </a:r>
            <a:endParaRPr lang="en-US" altLang="zh-CN" dirty="0" smtClean="0"/>
          </a:p>
          <a:p>
            <a:r>
              <a:rPr lang="en-US" altLang="zh-CN" dirty="0" err="1" smtClean="0"/>
              <a:t>groupdel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命令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功能：新建用户组</a:t>
            </a:r>
            <a:endParaRPr lang="en-US" altLang="zh-CN" dirty="0" smtClean="0"/>
          </a:p>
          <a:p>
            <a:r>
              <a:rPr lang="zh-CN" altLang="en-US" dirty="0" smtClean="0"/>
              <a:t>用法：</a:t>
            </a:r>
            <a:r>
              <a:rPr lang="en-US" altLang="zh-CN" dirty="0" err="1" smtClean="0"/>
              <a:t>groupadd</a:t>
            </a:r>
            <a:r>
              <a:rPr lang="en-US" altLang="zh-CN" dirty="0" smtClean="0"/>
              <a:t> [</a:t>
            </a:r>
            <a:r>
              <a:rPr lang="zh-CN" altLang="en-US" dirty="0" smtClean="0"/>
              <a:t>选项</a:t>
            </a:r>
            <a:r>
              <a:rPr lang="en-US" altLang="zh-CN" dirty="0" smtClean="0"/>
              <a:t>] </a:t>
            </a:r>
            <a:r>
              <a:rPr lang="zh-CN" altLang="en-US" dirty="0" smtClean="0"/>
              <a:t>组名称</a:t>
            </a:r>
            <a:endParaRPr lang="en-US" altLang="zh-CN" dirty="0" smtClean="0"/>
          </a:p>
          <a:p>
            <a:r>
              <a:rPr lang="zh-CN" altLang="en-US" dirty="0" smtClean="0"/>
              <a:t>常用选项：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g</a:t>
            </a:r>
            <a:r>
              <a:rPr lang="zh-CN" altLang="en-US" dirty="0" smtClean="0"/>
              <a:t>：指定组</a:t>
            </a:r>
            <a:r>
              <a:rPr lang="en-US" altLang="zh-CN" dirty="0" smtClean="0"/>
              <a:t>ID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groupadd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新建一个用户组</a:t>
            </a:r>
            <a:r>
              <a:rPr lang="en-US" altLang="zh-CN" dirty="0" err="1" smtClean="0"/>
              <a:t>dingce</a:t>
            </a:r>
            <a:endParaRPr lang="en-US" altLang="zh-CN" dirty="0" smtClean="0"/>
          </a:p>
          <a:p>
            <a:pPr lvl="1"/>
            <a:r>
              <a:rPr lang="en-US" altLang="zh-CN" dirty="0" err="1" smtClean="0">
                <a:solidFill>
                  <a:srgbClr val="FF0000"/>
                </a:solidFill>
              </a:rPr>
              <a:t>groupadd</a:t>
            </a:r>
            <a:r>
              <a:rPr lang="en-US" altLang="zh-CN" dirty="0" smtClean="0">
                <a:solidFill>
                  <a:srgbClr val="FF0000"/>
                </a:solidFill>
              </a:rPr>
              <a:t> </a:t>
            </a:r>
            <a:r>
              <a:rPr lang="en-US" altLang="zh-CN" dirty="0" err="1" smtClean="0">
                <a:solidFill>
                  <a:srgbClr val="FF0000"/>
                </a:solidFill>
              </a:rPr>
              <a:t>dingce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endParaRPr lang="en-US" altLang="zh-CN" dirty="0" smtClean="0"/>
          </a:p>
          <a:p>
            <a:r>
              <a:rPr lang="zh-CN" altLang="en-US" dirty="0" smtClean="0"/>
              <a:t>新建一个用户组</a:t>
            </a:r>
            <a:r>
              <a:rPr lang="en-US" altLang="zh-CN" dirty="0" smtClean="0"/>
              <a:t>dingce1</a:t>
            </a:r>
            <a:r>
              <a:rPr lang="zh-CN" altLang="en-US" dirty="0" smtClean="0"/>
              <a:t>，并指定组</a:t>
            </a:r>
            <a:r>
              <a:rPr lang="en-US" altLang="zh-CN" dirty="0" smtClean="0"/>
              <a:t>ID</a:t>
            </a:r>
            <a:r>
              <a:rPr lang="zh-CN" altLang="en-US" dirty="0" smtClean="0"/>
              <a:t>为</a:t>
            </a:r>
            <a:r>
              <a:rPr lang="en-US" altLang="zh-CN" dirty="0" smtClean="0"/>
              <a:t>666</a:t>
            </a:r>
          </a:p>
          <a:p>
            <a:pPr lvl="1"/>
            <a:r>
              <a:rPr lang="en-US" altLang="zh-CN" dirty="0" err="1" smtClean="0">
                <a:solidFill>
                  <a:srgbClr val="FF0000"/>
                </a:solidFill>
              </a:rPr>
              <a:t>groupadd</a:t>
            </a:r>
            <a:r>
              <a:rPr lang="en-US" altLang="zh-CN" dirty="0" smtClean="0">
                <a:solidFill>
                  <a:srgbClr val="FF0000"/>
                </a:solidFill>
              </a:rPr>
              <a:t> -g 666 dingce1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例子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功能：修改用户组</a:t>
            </a:r>
            <a:endParaRPr lang="en-US" altLang="zh-CN" dirty="0" smtClean="0"/>
          </a:p>
          <a:p>
            <a:r>
              <a:rPr lang="zh-CN" altLang="en-US" dirty="0" smtClean="0"/>
              <a:t>用法：</a:t>
            </a:r>
            <a:r>
              <a:rPr lang="en-US" altLang="zh-CN" dirty="0" err="1" smtClean="0"/>
              <a:t>groupmod</a:t>
            </a:r>
            <a:r>
              <a:rPr lang="en-US" altLang="zh-CN" dirty="0" smtClean="0"/>
              <a:t> [</a:t>
            </a:r>
            <a:r>
              <a:rPr lang="zh-CN" altLang="en-US" dirty="0" smtClean="0"/>
              <a:t>选项</a:t>
            </a:r>
            <a:r>
              <a:rPr lang="en-US" altLang="zh-CN" dirty="0" smtClean="0"/>
              <a:t>] </a:t>
            </a:r>
            <a:r>
              <a:rPr lang="zh-CN" altLang="en-US" dirty="0" smtClean="0"/>
              <a:t>组名称</a:t>
            </a:r>
            <a:endParaRPr lang="en-US" altLang="zh-CN" dirty="0" smtClean="0"/>
          </a:p>
          <a:p>
            <a:r>
              <a:rPr lang="zh-CN" altLang="en-US" dirty="0" smtClean="0"/>
              <a:t>常用选项：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g</a:t>
            </a:r>
            <a:r>
              <a:rPr lang="zh-CN" altLang="en-US" dirty="0" smtClean="0"/>
              <a:t>：指定组</a:t>
            </a:r>
            <a:r>
              <a:rPr lang="en-US" altLang="zh-CN" dirty="0" smtClean="0"/>
              <a:t>ID</a:t>
            </a:r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groupmod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修改用户组</a:t>
            </a:r>
            <a:r>
              <a:rPr lang="en-US" altLang="zh-CN" dirty="0" smtClean="0"/>
              <a:t>dingce1</a:t>
            </a:r>
            <a:r>
              <a:rPr lang="zh-CN" altLang="en-US" dirty="0" smtClean="0"/>
              <a:t>的组</a:t>
            </a:r>
            <a:r>
              <a:rPr lang="en-US" altLang="zh-CN" dirty="0" smtClean="0"/>
              <a:t>ID</a:t>
            </a:r>
            <a:r>
              <a:rPr lang="zh-CN" altLang="en-US" dirty="0" smtClean="0"/>
              <a:t>为</a:t>
            </a:r>
            <a:r>
              <a:rPr lang="en-US" altLang="zh-CN" dirty="0" smtClean="0"/>
              <a:t>888</a:t>
            </a:r>
          </a:p>
          <a:p>
            <a:pPr lvl="1"/>
            <a:r>
              <a:rPr lang="en-US" altLang="zh-CN" dirty="0" err="1" smtClean="0">
                <a:solidFill>
                  <a:srgbClr val="FF0000"/>
                </a:solidFill>
              </a:rPr>
              <a:t>groupmod</a:t>
            </a:r>
            <a:r>
              <a:rPr lang="en-US" altLang="zh-CN" dirty="0" smtClean="0">
                <a:solidFill>
                  <a:srgbClr val="FF0000"/>
                </a:solidFill>
              </a:rPr>
              <a:t> -g 888 dingce1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例子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功能：删除用户组</a:t>
            </a:r>
            <a:r>
              <a:rPr lang="en-US" altLang="zh-CN" dirty="0" smtClean="0"/>
              <a:t>ID</a:t>
            </a:r>
            <a:r>
              <a:rPr lang="zh-CN" altLang="en-US" dirty="0" smtClean="0"/>
              <a:t>或名称</a:t>
            </a:r>
            <a:endParaRPr lang="en-US" altLang="zh-CN" dirty="0" smtClean="0"/>
          </a:p>
          <a:p>
            <a:r>
              <a:rPr lang="zh-CN" altLang="en-US" dirty="0" smtClean="0"/>
              <a:t>用法：</a:t>
            </a:r>
            <a:r>
              <a:rPr lang="en-US" altLang="zh-CN" dirty="0" err="1" smtClean="0"/>
              <a:t>groupdel</a:t>
            </a:r>
            <a:r>
              <a:rPr lang="en-US" altLang="zh-CN" dirty="0" smtClean="0"/>
              <a:t> </a:t>
            </a:r>
            <a:r>
              <a:rPr lang="zh-CN" altLang="en-US" dirty="0" smtClean="0"/>
              <a:t>组名称</a:t>
            </a: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 smtClean="0"/>
              <a:t>groupdel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删除组</a:t>
            </a:r>
            <a:r>
              <a:rPr lang="en-US" altLang="zh-CN" dirty="0" smtClean="0"/>
              <a:t>dingce1</a:t>
            </a:r>
          </a:p>
          <a:p>
            <a:pPr lvl="1"/>
            <a:r>
              <a:rPr lang="en-US" altLang="zh-CN" smtClean="0">
                <a:solidFill>
                  <a:srgbClr val="FF0000"/>
                </a:solidFill>
              </a:rPr>
              <a:t>group</a:t>
            </a:r>
            <a:r>
              <a:rPr lang="en-US" altLang="zh-CN" smtClean="0">
                <a:solidFill>
                  <a:srgbClr val="FF0000"/>
                </a:solidFill>
              </a:rPr>
              <a:t>del</a:t>
            </a:r>
            <a:r>
              <a:rPr lang="en-US" altLang="zh-CN" dirty="0" smtClean="0">
                <a:solidFill>
                  <a:srgbClr val="FF0000"/>
                </a:solidFill>
              </a:rPr>
              <a:t> </a:t>
            </a:r>
            <a:r>
              <a:rPr lang="en-US" altLang="zh-CN" dirty="0" smtClean="0">
                <a:solidFill>
                  <a:srgbClr val="FF0000"/>
                </a:solidFill>
              </a:rPr>
              <a:t>dingce1</a:t>
            </a:r>
          </a:p>
          <a:p>
            <a:pPr lvl="1"/>
            <a:r>
              <a:rPr lang="zh-CN" altLang="en-US" dirty="0" smtClean="0">
                <a:solidFill>
                  <a:srgbClr val="FF0000"/>
                </a:solidFill>
              </a:rPr>
              <a:t>注：已经包含用户的组不能删除，只能删除空组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例子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课件模版2015-10-26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课件模版2015-10-26</Template>
  <TotalTime>3433</TotalTime>
  <Words>823</Words>
  <PresentationFormat>全屏显示(4:3)</PresentationFormat>
  <Paragraphs>112</Paragraphs>
  <Slides>21</Slides>
  <Notes>2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2" baseType="lpstr">
      <vt:lpstr>课件模版2015-10-26</vt:lpstr>
      <vt:lpstr>Linux系统用户分类</vt:lpstr>
      <vt:lpstr>用户管理文件passwd</vt:lpstr>
      <vt:lpstr>常用命令</vt:lpstr>
      <vt:lpstr>useradd</vt:lpstr>
      <vt:lpstr>例子</vt:lpstr>
      <vt:lpstr>usermod</vt:lpstr>
      <vt:lpstr>例子</vt:lpstr>
      <vt:lpstr>userdel</vt:lpstr>
      <vt:lpstr>例子</vt:lpstr>
      <vt:lpstr>passwd</vt:lpstr>
      <vt:lpstr>例子</vt:lpstr>
      <vt:lpstr>su</vt:lpstr>
      <vt:lpstr>例子</vt:lpstr>
      <vt:lpstr>用户组</vt:lpstr>
      <vt:lpstr>命令</vt:lpstr>
      <vt:lpstr>groupadd</vt:lpstr>
      <vt:lpstr>例子</vt:lpstr>
      <vt:lpstr>groupmod</vt:lpstr>
      <vt:lpstr>例子</vt:lpstr>
      <vt:lpstr>groupdel</vt:lpstr>
      <vt:lpstr>例子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dingce</dc:creator>
  <cp:lastModifiedBy>dingce</cp:lastModifiedBy>
  <cp:revision>481</cp:revision>
  <dcterms:created xsi:type="dcterms:W3CDTF">2015-10-26T03:38:06Z</dcterms:created>
  <dcterms:modified xsi:type="dcterms:W3CDTF">2016-08-04T06:04:26Z</dcterms:modified>
</cp:coreProperties>
</file>
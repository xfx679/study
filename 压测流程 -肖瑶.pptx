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1" r:id="rId4"/>
    <p:sldId id="271" r:id="rId5"/>
    <p:sldId id="272" r:id="rId6"/>
    <p:sldId id="282" r:id="rId7"/>
    <p:sldId id="276" r:id="rId8"/>
    <p:sldId id="273" r:id="rId9"/>
    <p:sldId id="274" r:id="rId10"/>
    <p:sldId id="283" r:id="rId11"/>
    <p:sldId id="278" r:id="rId12"/>
    <p:sldId id="279" r:id="rId13"/>
    <p:sldId id="277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723C0D-5FFB-4E1B-90E8-D5556F9BDCB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AED479C-1F6F-4B4E-931C-23F2EC6B49D5}">
      <dgm:prSet/>
      <dgm:spPr/>
      <dgm:t>
        <a:bodyPr/>
        <a:lstStyle/>
        <a:p>
          <a:pPr rtl="0"/>
          <a:r>
            <a:rPr lang="en-US" smtClean="0"/>
            <a:t>1.</a:t>
          </a:r>
          <a:r>
            <a:rPr lang="zh-CN" smtClean="0"/>
            <a:t>分析被测应用，确定压测背景和目的，确定压测目标</a:t>
          </a:r>
          <a:endParaRPr lang="zh-CN"/>
        </a:p>
      </dgm:t>
    </dgm:pt>
    <dgm:pt modelId="{3C8FBBA3-DD44-4C8C-9907-1DF32FCA87EB}" type="parTrans" cxnId="{53E7E067-2A09-4192-89D4-CED965337289}">
      <dgm:prSet/>
      <dgm:spPr/>
      <dgm:t>
        <a:bodyPr/>
        <a:lstStyle/>
        <a:p>
          <a:endParaRPr lang="zh-CN" altLang="en-US"/>
        </a:p>
      </dgm:t>
    </dgm:pt>
    <dgm:pt modelId="{12C61B0F-88E1-4827-ADF5-CE0E28391BCD}" type="sibTrans" cxnId="{53E7E067-2A09-4192-89D4-CED965337289}">
      <dgm:prSet/>
      <dgm:spPr/>
      <dgm:t>
        <a:bodyPr/>
        <a:lstStyle/>
        <a:p>
          <a:endParaRPr lang="zh-CN" altLang="en-US"/>
        </a:p>
      </dgm:t>
    </dgm:pt>
    <dgm:pt modelId="{01652559-9696-47DF-AAD5-9891E8FD9B98}">
      <dgm:prSet/>
      <dgm:spPr/>
      <dgm:t>
        <a:bodyPr/>
        <a:lstStyle/>
        <a:p>
          <a:pPr rtl="0"/>
          <a:r>
            <a:rPr lang="en-US" smtClean="0"/>
            <a:t>2.</a:t>
          </a:r>
          <a:r>
            <a:rPr lang="zh-CN" smtClean="0"/>
            <a:t>制订测试计划 ，设计测试场景</a:t>
          </a:r>
          <a:endParaRPr lang="zh-CN"/>
        </a:p>
      </dgm:t>
    </dgm:pt>
    <dgm:pt modelId="{A6193C75-6B8F-4AD1-9F87-3CE728038968}" type="parTrans" cxnId="{BA1F8074-5640-4210-9630-44D8C182F0B5}">
      <dgm:prSet/>
      <dgm:spPr/>
      <dgm:t>
        <a:bodyPr/>
        <a:lstStyle/>
        <a:p>
          <a:endParaRPr lang="zh-CN" altLang="en-US"/>
        </a:p>
      </dgm:t>
    </dgm:pt>
    <dgm:pt modelId="{4436C03E-F1E4-48C8-9E9E-7A26FCD6A1C0}" type="sibTrans" cxnId="{BA1F8074-5640-4210-9630-44D8C182F0B5}">
      <dgm:prSet/>
      <dgm:spPr/>
      <dgm:t>
        <a:bodyPr/>
        <a:lstStyle/>
        <a:p>
          <a:endParaRPr lang="zh-CN" altLang="en-US"/>
        </a:p>
      </dgm:t>
    </dgm:pt>
    <dgm:pt modelId="{C76CC97B-4F37-405C-8544-35467B1CA21B}">
      <dgm:prSet/>
      <dgm:spPr/>
      <dgm:t>
        <a:bodyPr/>
        <a:lstStyle/>
        <a:p>
          <a:pPr rtl="0"/>
          <a:r>
            <a:rPr lang="en-US" smtClean="0"/>
            <a:t>3.</a:t>
          </a:r>
          <a:r>
            <a:rPr lang="zh-CN" smtClean="0"/>
            <a:t>测试执行：开发测试脚本，执行测试，过程监控</a:t>
          </a:r>
          <a:endParaRPr lang="zh-CN"/>
        </a:p>
      </dgm:t>
    </dgm:pt>
    <dgm:pt modelId="{5CF6F7FA-6F53-4E73-9152-FBE0BF39EE45}" type="parTrans" cxnId="{89F76151-B9F8-4869-B841-637CB9866735}">
      <dgm:prSet/>
      <dgm:spPr/>
      <dgm:t>
        <a:bodyPr/>
        <a:lstStyle/>
        <a:p>
          <a:endParaRPr lang="zh-CN" altLang="en-US"/>
        </a:p>
      </dgm:t>
    </dgm:pt>
    <dgm:pt modelId="{4E0508EB-9FBD-4784-B778-6EFE560D7E05}" type="sibTrans" cxnId="{89F76151-B9F8-4869-B841-637CB9866735}">
      <dgm:prSet/>
      <dgm:spPr/>
      <dgm:t>
        <a:bodyPr/>
        <a:lstStyle/>
        <a:p>
          <a:endParaRPr lang="zh-CN" altLang="en-US"/>
        </a:p>
      </dgm:t>
    </dgm:pt>
    <dgm:pt modelId="{CFC3B16F-FACC-4D91-8C87-5130DD0A0E25}">
      <dgm:prSet/>
      <dgm:spPr/>
      <dgm:t>
        <a:bodyPr/>
        <a:lstStyle/>
        <a:p>
          <a:pPr rtl="0"/>
          <a:r>
            <a:rPr lang="en-US" smtClean="0"/>
            <a:t>4.</a:t>
          </a:r>
          <a:r>
            <a:rPr lang="zh-CN" smtClean="0"/>
            <a:t>结果分析：结果获取并收集 ，分析测试结果，项目讨论</a:t>
          </a:r>
          <a:endParaRPr lang="zh-CN"/>
        </a:p>
      </dgm:t>
    </dgm:pt>
    <dgm:pt modelId="{46086A6D-7F7A-49F5-B367-DD28FE29ECF1}" type="parTrans" cxnId="{77278BC8-0110-499E-8314-2172F676ECF9}">
      <dgm:prSet/>
      <dgm:spPr/>
      <dgm:t>
        <a:bodyPr/>
        <a:lstStyle/>
        <a:p>
          <a:endParaRPr lang="zh-CN" altLang="en-US"/>
        </a:p>
      </dgm:t>
    </dgm:pt>
    <dgm:pt modelId="{C85E0B97-F768-43D5-ADC9-A23B0A4978F8}" type="sibTrans" cxnId="{77278BC8-0110-499E-8314-2172F676ECF9}">
      <dgm:prSet/>
      <dgm:spPr/>
      <dgm:t>
        <a:bodyPr/>
        <a:lstStyle/>
        <a:p>
          <a:endParaRPr lang="zh-CN" altLang="en-US"/>
        </a:p>
      </dgm:t>
    </dgm:pt>
    <dgm:pt modelId="{76D9D2DE-B7BC-44DF-B297-718A3C1328BF}" type="pres">
      <dgm:prSet presAssocID="{60723C0D-5FFB-4E1B-90E8-D5556F9BDCB0}" presName="CompostProcess" presStyleCnt="0">
        <dgm:presLayoutVars>
          <dgm:dir/>
          <dgm:resizeHandles val="exact"/>
        </dgm:presLayoutVars>
      </dgm:prSet>
      <dgm:spPr/>
    </dgm:pt>
    <dgm:pt modelId="{C0009B36-491A-453F-98A2-5B54869DAD9B}" type="pres">
      <dgm:prSet presAssocID="{60723C0D-5FFB-4E1B-90E8-D5556F9BDCB0}" presName="arrow" presStyleLbl="bgShp" presStyleIdx="0" presStyleCnt="1"/>
      <dgm:spPr/>
    </dgm:pt>
    <dgm:pt modelId="{8B9DF27D-DF29-427E-AD36-CE83386A0077}" type="pres">
      <dgm:prSet presAssocID="{60723C0D-5FFB-4E1B-90E8-D5556F9BDCB0}" presName="linearProcess" presStyleCnt="0"/>
      <dgm:spPr/>
    </dgm:pt>
    <dgm:pt modelId="{7D9D61E9-CB01-49A0-9F22-EC02E38A40C1}" type="pres">
      <dgm:prSet presAssocID="{FAED479C-1F6F-4B4E-931C-23F2EC6B49D5}" presName="textNode" presStyleLbl="node1" presStyleIdx="0" presStyleCnt="4">
        <dgm:presLayoutVars>
          <dgm:bulletEnabled val="1"/>
        </dgm:presLayoutVars>
      </dgm:prSet>
      <dgm:spPr/>
    </dgm:pt>
    <dgm:pt modelId="{645C0CB8-5274-420C-98A1-6D75ADB32030}" type="pres">
      <dgm:prSet presAssocID="{12C61B0F-88E1-4827-ADF5-CE0E28391BCD}" presName="sibTrans" presStyleCnt="0"/>
      <dgm:spPr/>
    </dgm:pt>
    <dgm:pt modelId="{122CF37E-172A-4DD6-83E6-C106DCEFBA00}" type="pres">
      <dgm:prSet presAssocID="{01652559-9696-47DF-AAD5-9891E8FD9B98}" presName="textNode" presStyleLbl="node1" presStyleIdx="1" presStyleCnt="4">
        <dgm:presLayoutVars>
          <dgm:bulletEnabled val="1"/>
        </dgm:presLayoutVars>
      </dgm:prSet>
      <dgm:spPr/>
    </dgm:pt>
    <dgm:pt modelId="{0B37BBBA-F3E4-4DC3-9F0E-C8F9A4425F39}" type="pres">
      <dgm:prSet presAssocID="{4436C03E-F1E4-48C8-9E9E-7A26FCD6A1C0}" presName="sibTrans" presStyleCnt="0"/>
      <dgm:spPr/>
    </dgm:pt>
    <dgm:pt modelId="{ABE38597-3E06-448D-AFB9-FBEBF1F8C2FD}" type="pres">
      <dgm:prSet presAssocID="{C76CC97B-4F37-405C-8544-35467B1CA21B}" presName="textNode" presStyleLbl="node1" presStyleIdx="2" presStyleCnt="4">
        <dgm:presLayoutVars>
          <dgm:bulletEnabled val="1"/>
        </dgm:presLayoutVars>
      </dgm:prSet>
      <dgm:spPr/>
    </dgm:pt>
    <dgm:pt modelId="{AFA7D6AB-8B06-40E5-A01B-8BA4D56C8C52}" type="pres">
      <dgm:prSet presAssocID="{4E0508EB-9FBD-4784-B778-6EFE560D7E05}" presName="sibTrans" presStyleCnt="0"/>
      <dgm:spPr/>
    </dgm:pt>
    <dgm:pt modelId="{C4330EB3-AF84-42A2-A85C-F3FD5255E3EC}" type="pres">
      <dgm:prSet presAssocID="{CFC3B16F-FACC-4D91-8C87-5130DD0A0E2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D23384A-3335-4986-BF5E-BE49AEF8A589}" type="presOf" srcId="{FAED479C-1F6F-4B4E-931C-23F2EC6B49D5}" destId="{7D9D61E9-CB01-49A0-9F22-EC02E38A40C1}" srcOrd="0" destOrd="0" presId="urn:microsoft.com/office/officeart/2005/8/layout/hProcess9"/>
    <dgm:cxn modelId="{53E7E067-2A09-4192-89D4-CED965337289}" srcId="{60723C0D-5FFB-4E1B-90E8-D5556F9BDCB0}" destId="{FAED479C-1F6F-4B4E-931C-23F2EC6B49D5}" srcOrd="0" destOrd="0" parTransId="{3C8FBBA3-DD44-4C8C-9907-1DF32FCA87EB}" sibTransId="{12C61B0F-88E1-4827-ADF5-CE0E28391BCD}"/>
    <dgm:cxn modelId="{608FA8AB-2555-4498-B1BC-85BBE3C0BBBE}" type="presOf" srcId="{01652559-9696-47DF-AAD5-9891E8FD9B98}" destId="{122CF37E-172A-4DD6-83E6-C106DCEFBA00}" srcOrd="0" destOrd="0" presId="urn:microsoft.com/office/officeart/2005/8/layout/hProcess9"/>
    <dgm:cxn modelId="{89F76151-B9F8-4869-B841-637CB9866735}" srcId="{60723C0D-5FFB-4E1B-90E8-D5556F9BDCB0}" destId="{C76CC97B-4F37-405C-8544-35467B1CA21B}" srcOrd="2" destOrd="0" parTransId="{5CF6F7FA-6F53-4E73-9152-FBE0BF39EE45}" sibTransId="{4E0508EB-9FBD-4784-B778-6EFE560D7E05}"/>
    <dgm:cxn modelId="{E29F9731-BDAE-4ABC-9949-0B1AB59FBA81}" type="presOf" srcId="{60723C0D-5FFB-4E1B-90E8-D5556F9BDCB0}" destId="{76D9D2DE-B7BC-44DF-B297-718A3C1328BF}" srcOrd="0" destOrd="0" presId="urn:microsoft.com/office/officeart/2005/8/layout/hProcess9"/>
    <dgm:cxn modelId="{77278BC8-0110-499E-8314-2172F676ECF9}" srcId="{60723C0D-5FFB-4E1B-90E8-D5556F9BDCB0}" destId="{CFC3B16F-FACC-4D91-8C87-5130DD0A0E25}" srcOrd="3" destOrd="0" parTransId="{46086A6D-7F7A-49F5-B367-DD28FE29ECF1}" sibTransId="{C85E0B97-F768-43D5-ADC9-A23B0A4978F8}"/>
    <dgm:cxn modelId="{113DD19F-9225-4598-BECB-184870B2D0F7}" type="presOf" srcId="{C76CC97B-4F37-405C-8544-35467B1CA21B}" destId="{ABE38597-3E06-448D-AFB9-FBEBF1F8C2FD}" srcOrd="0" destOrd="0" presId="urn:microsoft.com/office/officeart/2005/8/layout/hProcess9"/>
    <dgm:cxn modelId="{F5803F45-E634-446E-B3F7-9CC1784CE056}" type="presOf" srcId="{CFC3B16F-FACC-4D91-8C87-5130DD0A0E25}" destId="{C4330EB3-AF84-42A2-A85C-F3FD5255E3EC}" srcOrd="0" destOrd="0" presId="urn:microsoft.com/office/officeart/2005/8/layout/hProcess9"/>
    <dgm:cxn modelId="{BA1F8074-5640-4210-9630-44D8C182F0B5}" srcId="{60723C0D-5FFB-4E1B-90E8-D5556F9BDCB0}" destId="{01652559-9696-47DF-AAD5-9891E8FD9B98}" srcOrd="1" destOrd="0" parTransId="{A6193C75-6B8F-4AD1-9F87-3CE728038968}" sibTransId="{4436C03E-F1E4-48C8-9E9E-7A26FCD6A1C0}"/>
    <dgm:cxn modelId="{7D673385-A09B-4CF9-B76B-5AC130E14E09}" type="presParOf" srcId="{76D9D2DE-B7BC-44DF-B297-718A3C1328BF}" destId="{C0009B36-491A-453F-98A2-5B54869DAD9B}" srcOrd="0" destOrd="0" presId="urn:microsoft.com/office/officeart/2005/8/layout/hProcess9"/>
    <dgm:cxn modelId="{4DE55BD5-B6E1-47E0-B8D7-E607F686B5D8}" type="presParOf" srcId="{76D9D2DE-B7BC-44DF-B297-718A3C1328BF}" destId="{8B9DF27D-DF29-427E-AD36-CE83386A0077}" srcOrd="1" destOrd="0" presId="urn:microsoft.com/office/officeart/2005/8/layout/hProcess9"/>
    <dgm:cxn modelId="{9B15CB36-194D-4569-9E8B-50B26F4BA7E9}" type="presParOf" srcId="{8B9DF27D-DF29-427E-AD36-CE83386A0077}" destId="{7D9D61E9-CB01-49A0-9F22-EC02E38A40C1}" srcOrd="0" destOrd="0" presId="urn:microsoft.com/office/officeart/2005/8/layout/hProcess9"/>
    <dgm:cxn modelId="{4C1A667F-84C0-4D51-B744-5D7E66E946F9}" type="presParOf" srcId="{8B9DF27D-DF29-427E-AD36-CE83386A0077}" destId="{645C0CB8-5274-420C-98A1-6D75ADB32030}" srcOrd="1" destOrd="0" presId="urn:microsoft.com/office/officeart/2005/8/layout/hProcess9"/>
    <dgm:cxn modelId="{793E57AF-D50D-407A-88D6-08929C66D666}" type="presParOf" srcId="{8B9DF27D-DF29-427E-AD36-CE83386A0077}" destId="{122CF37E-172A-4DD6-83E6-C106DCEFBA00}" srcOrd="2" destOrd="0" presId="urn:microsoft.com/office/officeart/2005/8/layout/hProcess9"/>
    <dgm:cxn modelId="{F024135C-D28B-4A9A-AE35-598F4F38565D}" type="presParOf" srcId="{8B9DF27D-DF29-427E-AD36-CE83386A0077}" destId="{0B37BBBA-F3E4-4DC3-9F0E-C8F9A4425F39}" srcOrd="3" destOrd="0" presId="urn:microsoft.com/office/officeart/2005/8/layout/hProcess9"/>
    <dgm:cxn modelId="{0970923E-1091-4835-86B8-FE626ABB389A}" type="presParOf" srcId="{8B9DF27D-DF29-427E-AD36-CE83386A0077}" destId="{ABE38597-3E06-448D-AFB9-FBEBF1F8C2FD}" srcOrd="4" destOrd="0" presId="urn:microsoft.com/office/officeart/2005/8/layout/hProcess9"/>
    <dgm:cxn modelId="{63E4A448-1B21-4B63-9FC4-B95DEB8F2190}" type="presParOf" srcId="{8B9DF27D-DF29-427E-AD36-CE83386A0077}" destId="{AFA7D6AB-8B06-40E5-A01B-8BA4D56C8C52}" srcOrd="5" destOrd="0" presId="urn:microsoft.com/office/officeart/2005/8/layout/hProcess9"/>
    <dgm:cxn modelId="{02044A22-F5F7-4F7E-BD17-9CAD00495F0C}" type="presParOf" srcId="{8B9DF27D-DF29-427E-AD36-CE83386A0077}" destId="{C4330EB3-AF84-42A2-A85C-F3FD5255E3EC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118A73-B75B-419B-A5CB-1A51FC85C5B3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0FC6EB-8577-42B0-B7C2-B4772D47270A}">
      <dgm:prSet/>
      <dgm:spPr/>
      <dgm:t>
        <a:bodyPr/>
        <a:lstStyle/>
        <a:p>
          <a:pPr rtl="0"/>
          <a:r>
            <a:rPr lang="zh-CN" altLang="en-US" dirty="0" smtClean="0"/>
            <a:t>基础环境</a:t>
          </a:r>
          <a:endParaRPr lang="zh-CN" dirty="0"/>
        </a:p>
      </dgm:t>
    </dgm:pt>
    <dgm:pt modelId="{9C7A335D-15BF-42C8-A1B2-6EAB18A85227}" type="parTrans" cxnId="{3E911C92-EEF0-4C58-B47E-6AD6F6182D16}">
      <dgm:prSet/>
      <dgm:spPr/>
      <dgm:t>
        <a:bodyPr/>
        <a:lstStyle/>
        <a:p>
          <a:endParaRPr lang="zh-CN" altLang="en-US"/>
        </a:p>
      </dgm:t>
    </dgm:pt>
    <dgm:pt modelId="{1B0F5638-7DCA-4A2F-8D02-0171CA1075D9}" type="sibTrans" cxnId="{3E911C92-EEF0-4C58-B47E-6AD6F6182D16}">
      <dgm:prSet/>
      <dgm:spPr/>
      <dgm:t>
        <a:bodyPr/>
        <a:lstStyle/>
        <a:p>
          <a:endParaRPr lang="zh-CN" altLang="en-US"/>
        </a:p>
      </dgm:t>
    </dgm:pt>
    <dgm:pt modelId="{8A5A50D4-FFEC-459E-B73D-B43641CC1883}">
      <dgm:prSet/>
      <dgm:spPr/>
      <dgm:t>
        <a:bodyPr/>
        <a:lstStyle/>
        <a:p>
          <a:pPr rtl="0"/>
          <a:r>
            <a:rPr lang="zh-CN" smtClean="0"/>
            <a:t>压力机</a:t>
          </a:r>
          <a:endParaRPr lang="zh-CN"/>
        </a:p>
      </dgm:t>
    </dgm:pt>
    <dgm:pt modelId="{E13BBEFB-1757-47DB-B87C-C928C2E6F449}" type="parTrans" cxnId="{AFB70897-15B9-4640-B6A2-A5C3D8CFA7B6}">
      <dgm:prSet/>
      <dgm:spPr/>
      <dgm:t>
        <a:bodyPr/>
        <a:lstStyle/>
        <a:p>
          <a:endParaRPr lang="zh-CN" altLang="en-US"/>
        </a:p>
      </dgm:t>
    </dgm:pt>
    <dgm:pt modelId="{32576737-2308-4776-AFDA-4EEEB7CD6295}" type="sibTrans" cxnId="{AFB70897-15B9-4640-B6A2-A5C3D8CFA7B6}">
      <dgm:prSet/>
      <dgm:spPr/>
      <dgm:t>
        <a:bodyPr/>
        <a:lstStyle/>
        <a:p>
          <a:endParaRPr lang="zh-CN" altLang="en-US"/>
        </a:p>
      </dgm:t>
    </dgm:pt>
    <dgm:pt modelId="{94B4459B-174D-4E5E-A124-A8565F60A9B1}">
      <dgm:prSet/>
      <dgm:spPr/>
      <dgm:t>
        <a:bodyPr/>
        <a:lstStyle/>
        <a:p>
          <a:pPr rtl="0"/>
          <a:r>
            <a:rPr lang="zh-CN" smtClean="0"/>
            <a:t>调度机</a:t>
          </a:r>
          <a:endParaRPr lang="zh-CN"/>
        </a:p>
      </dgm:t>
    </dgm:pt>
    <dgm:pt modelId="{01947C33-05D3-40DC-A166-758A236574DD}" type="parTrans" cxnId="{02EFFDCF-5F6C-4BA4-A47E-D36BE9060023}">
      <dgm:prSet/>
      <dgm:spPr/>
      <dgm:t>
        <a:bodyPr/>
        <a:lstStyle/>
        <a:p>
          <a:endParaRPr lang="zh-CN" altLang="en-US"/>
        </a:p>
      </dgm:t>
    </dgm:pt>
    <dgm:pt modelId="{AE09A341-6A23-43B1-8517-5A92AFF51AD0}" type="sibTrans" cxnId="{02EFFDCF-5F6C-4BA4-A47E-D36BE9060023}">
      <dgm:prSet/>
      <dgm:spPr/>
      <dgm:t>
        <a:bodyPr/>
        <a:lstStyle/>
        <a:p>
          <a:endParaRPr lang="zh-CN" altLang="en-US"/>
        </a:p>
      </dgm:t>
    </dgm:pt>
    <dgm:pt modelId="{B078FB43-5F44-496C-9694-EB0907401572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 b="1" dirty="0" smtClean="0"/>
            <a:t>安装</a:t>
          </a:r>
          <a:r>
            <a:rPr lang="en-US" altLang="zh-CN" b="1" dirty="0" smtClean="0"/>
            <a:t>java</a:t>
          </a:r>
          <a:r>
            <a:rPr lang="zh-CN" altLang="en-US" b="1" dirty="0" smtClean="0"/>
            <a:t>及</a:t>
          </a:r>
          <a:r>
            <a:rPr lang="en-US" altLang="zh-CN" b="1" dirty="0" err="1" smtClean="0"/>
            <a:t>jmeter</a:t>
          </a:r>
          <a:r>
            <a:rPr lang="en-US" altLang="zh-CN" b="1" dirty="0" smtClean="0"/>
            <a:t>,</a:t>
          </a:r>
          <a:r>
            <a:rPr lang="zh-CN" altLang="en-US" b="1" dirty="0" smtClean="0"/>
            <a:t>压力机及子机保持版本一致</a:t>
          </a:r>
          <a:endParaRPr lang="zh-CN" altLang="en-US" b="1" dirty="0"/>
        </a:p>
      </dgm:t>
    </dgm:pt>
    <dgm:pt modelId="{0E76E309-7F3E-4AAB-8A2A-F397E52A8859}" type="parTrans" cxnId="{096CA252-780E-4C14-BE58-280589C2D4E3}">
      <dgm:prSet/>
      <dgm:spPr/>
      <dgm:t>
        <a:bodyPr/>
        <a:lstStyle/>
        <a:p>
          <a:endParaRPr lang="zh-CN" altLang="en-US"/>
        </a:p>
      </dgm:t>
    </dgm:pt>
    <dgm:pt modelId="{77441209-C718-4FBC-8A5F-AED7A784442E}" type="sibTrans" cxnId="{096CA252-780E-4C14-BE58-280589C2D4E3}">
      <dgm:prSet/>
      <dgm:spPr/>
      <dgm:t>
        <a:bodyPr/>
        <a:lstStyle/>
        <a:p>
          <a:endParaRPr lang="zh-CN" altLang="en-US"/>
        </a:p>
      </dgm:t>
    </dgm:pt>
    <dgm:pt modelId="{1216B026-6B7A-4647-AFF7-6E62174999D6}">
      <dgm:prSet/>
      <dgm:spPr/>
      <dgm:t>
        <a:bodyPr/>
        <a:lstStyle/>
        <a:p>
          <a:r>
            <a:rPr lang="en-US" altLang="zh-CN" dirty="0" err="1" smtClean="0"/>
            <a:t>Jmeter</a:t>
          </a:r>
          <a:r>
            <a:rPr lang="en-US" altLang="zh-CN" dirty="0" smtClean="0"/>
            <a:t>/bin/</a:t>
          </a:r>
          <a:r>
            <a:rPr lang="en-US" altLang="zh-CN" dirty="0" err="1" smtClean="0"/>
            <a:t>jmeter.properties</a:t>
          </a:r>
          <a:r>
            <a:rPr lang="zh-CN" altLang="en-US" dirty="0" smtClean="0"/>
            <a:t>文件下，修改</a:t>
          </a:r>
          <a:r>
            <a:rPr lang="en-US" altLang="en-US" dirty="0" err="1" smtClean="0"/>
            <a:t>remote_hosts</a:t>
          </a:r>
          <a:r>
            <a:rPr lang="en-US" altLang="en-US" dirty="0" smtClean="0"/>
            <a:t>=192.168.8.149</a:t>
          </a:r>
          <a:r>
            <a:rPr lang="zh-CN" altLang="en-US" dirty="0" smtClean="0"/>
            <a:t>：</a:t>
          </a:r>
          <a:r>
            <a:rPr lang="en-US" altLang="en-US" dirty="0" smtClean="0"/>
            <a:t>1099</a:t>
          </a:r>
          <a:endParaRPr lang="zh-CN" altLang="en-US" dirty="0"/>
        </a:p>
      </dgm:t>
    </dgm:pt>
    <dgm:pt modelId="{1A7D9FB6-84DA-42A3-85BF-E5E50083F438}" type="parTrans" cxnId="{3E974137-6D61-455E-99EF-C3C2E4ED9223}">
      <dgm:prSet/>
      <dgm:spPr/>
      <dgm:t>
        <a:bodyPr/>
        <a:lstStyle/>
        <a:p>
          <a:endParaRPr lang="zh-CN" altLang="en-US"/>
        </a:p>
      </dgm:t>
    </dgm:pt>
    <dgm:pt modelId="{DA6A8B95-4C35-473D-B7F8-97394288AF4A}" type="sibTrans" cxnId="{3E974137-6D61-455E-99EF-C3C2E4ED9223}">
      <dgm:prSet/>
      <dgm:spPr/>
      <dgm:t>
        <a:bodyPr/>
        <a:lstStyle/>
        <a:p>
          <a:endParaRPr lang="zh-CN" altLang="en-US"/>
        </a:p>
      </dgm:t>
    </dgm:pt>
    <dgm:pt modelId="{73028868-D646-4D3A-B033-FD918620D9FF}">
      <dgm:prSet/>
      <dgm:spPr/>
      <dgm:t>
        <a:bodyPr/>
        <a:lstStyle/>
        <a:p>
          <a:r>
            <a:rPr lang="zh-CN" altLang="en-US" dirty="0" smtClean="0"/>
            <a:t>参数</a:t>
          </a:r>
          <a:r>
            <a:rPr lang="en-US" altLang="en-US" dirty="0" err="1" smtClean="0"/>
            <a:t>server.rmi.ssl.disable</a:t>
          </a:r>
          <a:r>
            <a:rPr lang="zh-CN" altLang="en-US" dirty="0" smtClean="0"/>
            <a:t>均改为</a:t>
          </a:r>
          <a:r>
            <a:rPr lang="en-US" altLang="en-US" dirty="0" smtClean="0"/>
            <a:t>true</a:t>
          </a:r>
          <a:r>
            <a:rPr lang="zh-CN" altLang="en-US" dirty="0" smtClean="0"/>
            <a:t>，去掉</a:t>
          </a:r>
          <a:r>
            <a:rPr lang="en-US" altLang="en-US" dirty="0" smtClean="0"/>
            <a:t>#</a:t>
          </a:r>
          <a:r>
            <a:rPr lang="zh-CN" altLang="en-US" dirty="0" smtClean="0"/>
            <a:t>号</a:t>
          </a:r>
          <a:endParaRPr lang="zh-CN" altLang="en-US" dirty="0"/>
        </a:p>
      </dgm:t>
    </dgm:pt>
    <dgm:pt modelId="{F6DEF912-C6BC-41A2-88CC-40AB895DBEFF}" type="parTrans" cxnId="{34FC823C-5BC4-4BC6-B7E3-2BDEBBF2CCF1}">
      <dgm:prSet/>
      <dgm:spPr/>
      <dgm:t>
        <a:bodyPr/>
        <a:lstStyle/>
        <a:p>
          <a:endParaRPr lang="zh-CN" altLang="en-US"/>
        </a:p>
      </dgm:t>
    </dgm:pt>
    <dgm:pt modelId="{8B7EF654-16D6-41AE-9FE7-F7941C4E983C}" type="sibTrans" cxnId="{34FC823C-5BC4-4BC6-B7E3-2BDEBBF2CCF1}">
      <dgm:prSet/>
      <dgm:spPr/>
      <dgm:t>
        <a:bodyPr/>
        <a:lstStyle/>
        <a:p>
          <a:endParaRPr lang="zh-CN" altLang="en-US"/>
        </a:p>
      </dgm:t>
    </dgm:pt>
    <dgm:pt modelId="{C0E154CF-5938-4454-BA95-A43BA7A52E99}">
      <dgm:prSet/>
      <dgm:spPr/>
      <dgm:t>
        <a:bodyPr/>
        <a:lstStyle/>
        <a:p>
          <a:r>
            <a:rPr lang="en-US" altLang="en-US" dirty="0" smtClean="0"/>
            <a:t>server_port=1099</a:t>
          </a:r>
          <a:r>
            <a:rPr lang="zh-CN" altLang="en-US" dirty="0" smtClean="0"/>
            <a:t>前</a:t>
          </a:r>
          <a:r>
            <a:rPr lang="en-US" altLang="en-US" dirty="0" smtClean="0"/>
            <a:t>#</a:t>
          </a:r>
          <a:r>
            <a:rPr lang="zh-CN" altLang="en-US" dirty="0" smtClean="0"/>
            <a:t>号去掉</a:t>
          </a:r>
          <a:endParaRPr lang="zh-CN" altLang="en-US" dirty="0"/>
        </a:p>
      </dgm:t>
    </dgm:pt>
    <dgm:pt modelId="{A97E765F-71FB-4261-8420-93CA6EADE4C7}" type="parTrans" cxnId="{14C8B2E6-D4DF-4D4C-9B89-2EC8F02E4100}">
      <dgm:prSet/>
      <dgm:spPr/>
      <dgm:t>
        <a:bodyPr/>
        <a:lstStyle/>
        <a:p>
          <a:endParaRPr lang="zh-CN" altLang="en-US"/>
        </a:p>
      </dgm:t>
    </dgm:pt>
    <dgm:pt modelId="{073C39C0-1BCF-4E3B-9604-7B06F3303182}" type="sibTrans" cxnId="{14C8B2E6-D4DF-4D4C-9B89-2EC8F02E4100}">
      <dgm:prSet/>
      <dgm:spPr/>
      <dgm:t>
        <a:bodyPr/>
        <a:lstStyle/>
        <a:p>
          <a:endParaRPr lang="zh-CN" altLang="en-US"/>
        </a:p>
      </dgm:t>
    </dgm:pt>
    <dgm:pt modelId="{603C43C0-187D-4841-9F77-CBE4B80B1D70}">
      <dgm:prSet/>
      <dgm:spPr/>
      <dgm:t>
        <a:bodyPr/>
        <a:lstStyle/>
        <a:p>
          <a:r>
            <a:rPr lang="en-US" altLang="zh-CN" dirty="0" err="1" smtClean="0"/>
            <a:t>Jmeter</a:t>
          </a:r>
          <a:r>
            <a:rPr lang="en-US" altLang="zh-CN" dirty="0" smtClean="0"/>
            <a:t>/bin/</a:t>
          </a:r>
          <a:r>
            <a:rPr lang="en-US" altLang="zh-CN" dirty="0" err="1" smtClean="0"/>
            <a:t>jmeter.properties</a:t>
          </a:r>
          <a:r>
            <a:rPr lang="zh-CN" altLang="en-US" dirty="0" smtClean="0"/>
            <a:t>文件下，修改</a:t>
          </a:r>
          <a:r>
            <a:rPr lang="en-US" altLang="en-US" dirty="0" err="1" smtClean="0"/>
            <a:t>remote_hosts</a:t>
          </a:r>
          <a:r>
            <a:rPr lang="en-US" altLang="en-US" dirty="0" smtClean="0"/>
            <a:t>=192.168.8.149</a:t>
          </a:r>
          <a:r>
            <a:rPr lang="zh-CN" altLang="en-US" dirty="0" smtClean="0"/>
            <a:t>：</a:t>
          </a:r>
          <a:r>
            <a:rPr lang="en-US" altLang="en-US" dirty="0" smtClean="0"/>
            <a:t>1099</a:t>
          </a:r>
          <a:r>
            <a:rPr lang="zh-CN" altLang="en-US" dirty="0" smtClean="0"/>
            <a:t>，多个压力机用，分隔，去掉</a:t>
          </a:r>
          <a:r>
            <a:rPr lang="en-US" altLang="zh-CN" dirty="0" smtClean="0"/>
            <a:t>#</a:t>
          </a:r>
          <a:endParaRPr lang="zh-CN" altLang="en-US" dirty="0"/>
        </a:p>
      </dgm:t>
    </dgm:pt>
    <dgm:pt modelId="{CA211E42-812B-4D50-A8C5-6BE3F950B7B3}" type="parTrans" cxnId="{3F4DA809-06F7-4788-AF66-603CCE0F9DE0}">
      <dgm:prSet/>
      <dgm:spPr/>
      <dgm:t>
        <a:bodyPr/>
        <a:lstStyle/>
        <a:p>
          <a:endParaRPr lang="zh-CN" altLang="en-US"/>
        </a:p>
      </dgm:t>
    </dgm:pt>
    <dgm:pt modelId="{14C10B54-92D1-4ED3-9E24-8E4F2A57C0E3}" type="sibTrans" cxnId="{3F4DA809-06F7-4788-AF66-603CCE0F9DE0}">
      <dgm:prSet/>
      <dgm:spPr/>
      <dgm:t>
        <a:bodyPr/>
        <a:lstStyle/>
        <a:p>
          <a:endParaRPr lang="zh-CN" altLang="en-US"/>
        </a:p>
      </dgm:t>
    </dgm:pt>
    <dgm:pt modelId="{50ADC31E-E94C-4F1F-9909-67A8F38BECA5}">
      <dgm:prSet/>
      <dgm:spPr/>
      <dgm:t>
        <a:bodyPr/>
        <a:lstStyle/>
        <a:p>
          <a:endParaRPr lang="zh-CN" altLang="en-US" dirty="0"/>
        </a:p>
      </dgm:t>
    </dgm:pt>
    <dgm:pt modelId="{D0F5079F-6B27-48BF-A143-962337F56E61}" type="parTrans" cxnId="{B9768200-74AA-477C-A6AB-7C4CD21D51DB}">
      <dgm:prSet/>
      <dgm:spPr/>
      <dgm:t>
        <a:bodyPr/>
        <a:lstStyle/>
        <a:p>
          <a:endParaRPr lang="zh-CN" altLang="en-US"/>
        </a:p>
      </dgm:t>
    </dgm:pt>
    <dgm:pt modelId="{8F400550-BF9D-453A-A908-CF492F22989C}" type="sibTrans" cxnId="{B9768200-74AA-477C-A6AB-7C4CD21D51DB}">
      <dgm:prSet/>
      <dgm:spPr/>
      <dgm:t>
        <a:bodyPr/>
        <a:lstStyle/>
        <a:p>
          <a:endParaRPr lang="zh-CN" altLang="en-US"/>
        </a:p>
      </dgm:t>
    </dgm:pt>
    <dgm:pt modelId="{9C121DD5-F58B-46D9-8E5B-7714FD3B622D}">
      <dgm:prSet/>
      <dgm:spPr/>
      <dgm:t>
        <a:bodyPr/>
        <a:lstStyle/>
        <a:p>
          <a:r>
            <a:rPr lang="zh-CN" altLang="en-US" dirty="0" smtClean="0"/>
            <a:t>参数</a:t>
          </a:r>
          <a:r>
            <a:rPr lang="en-US" altLang="en-US" dirty="0" err="1" smtClean="0"/>
            <a:t>server.rmi.ssl.disable</a:t>
          </a:r>
          <a:r>
            <a:rPr lang="zh-CN" altLang="en-US" dirty="0" smtClean="0"/>
            <a:t>均改为</a:t>
          </a:r>
          <a:r>
            <a:rPr lang="en-US" altLang="en-US" dirty="0" smtClean="0"/>
            <a:t>true</a:t>
          </a:r>
          <a:r>
            <a:rPr lang="zh-CN" altLang="en-US" dirty="0" smtClean="0"/>
            <a:t>，去掉</a:t>
          </a:r>
          <a:r>
            <a:rPr lang="en-US" altLang="en-US" dirty="0" smtClean="0"/>
            <a:t>#</a:t>
          </a:r>
          <a:r>
            <a:rPr lang="zh-CN" altLang="en-US" dirty="0" smtClean="0"/>
            <a:t>号</a:t>
          </a:r>
          <a:endParaRPr lang="zh-CN" altLang="en-US" dirty="0"/>
        </a:p>
      </dgm:t>
    </dgm:pt>
    <dgm:pt modelId="{A71F816E-BEC9-45A0-856D-ABA06BDA4629}" type="parTrans" cxnId="{A2EA25C0-3EE2-4B94-84FD-7A55680F949A}">
      <dgm:prSet/>
      <dgm:spPr/>
      <dgm:t>
        <a:bodyPr/>
        <a:lstStyle/>
        <a:p>
          <a:endParaRPr lang="zh-CN" altLang="en-US"/>
        </a:p>
      </dgm:t>
    </dgm:pt>
    <dgm:pt modelId="{792C2056-4531-4B38-B846-D0AE541BF50A}" type="sibTrans" cxnId="{A2EA25C0-3EE2-4B94-84FD-7A55680F949A}">
      <dgm:prSet/>
      <dgm:spPr/>
      <dgm:t>
        <a:bodyPr/>
        <a:lstStyle/>
        <a:p>
          <a:endParaRPr lang="zh-CN" altLang="en-US"/>
        </a:p>
      </dgm:t>
    </dgm:pt>
    <dgm:pt modelId="{9B449D1C-D7F5-440E-9E9C-4F76651FD375}">
      <dgm:prSet/>
      <dgm:spPr/>
      <dgm:t>
        <a:bodyPr/>
        <a:lstStyle/>
        <a:p>
          <a:r>
            <a:rPr lang="en-US" altLang="en-US" dirty="0" err="1" smtClean="0"/>
            <a:t>server_port</a:t>
          </a:r>
          <a:r>
            <a:rPr lang="en-US" altLang="en-US" dirty="0" smtClean="0"/>
            <a:t>=1099</a:t>
          </a:r>
          <a:r>
            <a:rPr lang="zh-CN" altLang="en-US" dirty="0" smtClean="0"/>
            <a:t>前</a:t>
          </a:r>
          <a:r>
            <a:rPr lang="en-US" altLang="en-US" dirty="0" smtClean="0"/>
            <a:t>#</a:t>
          </a:r>
          <a:r>
            <a:rPr lang="zh-CN" altLang="en-US" dirty="0" smtClean="0"/>
            <a:t>号去掉</a:t>
          </a:r>
          <a:endParaRPr lang="zh-CN" altLang="en-US" dirty="0"/>
        </a:p>
      </dgm:t>
    </dgm:pt>
    <dgm:pt modelId="{47E6C660-0EA5-4068-98B7-AE5E4A3BA44E}" type="parTrans" cxnId="{A3CC14C9-076B-4948-A04A-44D22CA9E986}">
      <dgm:prSet/>
      <dgm:spPr/>
      <dgm:t>
        <a:bodyPr/>
        <a:lstStyle/>
        <a:p>
          <a:endParaRPr lang="zh-CN" altLang="en-US"/>
        </a:p>
      </dgm:t>
    </dgm:pt>
    <dgm:pt modelId="{B2B31930-7CD6-4C80-8EFF-279B76432DE3}" type="sibTrans" cxnId="{A3CC14C9-076B-4948-A04A-44D22CA9E986}">
      <dgm:prSet/>
      <dgm:spPr/>
      <dgm:t>
        <a:bodyPr/>
        <a:lstStyle/>
        <a:p>
          <a:endParaRPr lang="zh-CN" altLang="en-US"/>
        </a:p>
      </dgm:t>
    </dgm:pt>
    <dgm:pt modelId="{1EAD04F5-C670-4865-BF8B-A19D26B38FA4}">
      <dgm:prSet/>
      <dgm:spPr/>
      <dgm:t>
        <a:bodyPr/>
        <a:lstStyle/>
        <a:p>
          <a:r>
            <a:rPr lang="zh-CN" altLang="en-US" dirty="0" smtClean="0"/>
            <a:t>（压力机及调度机需要进入</a:t>
          </a:r>
          <a:r>
            <a:rPr lang="en-US" altLang="en-US" dirty="0" smtClean="0"/>
            <a:t>bin</a:t>
          </a:r>
          <a:r>
            <a:rPr lang="zh-CN" altLang="en-US" dirty="0" smtClean="0"/>
            <a:t>目录下，启动</a:t>
          </a:r>
          <a:r>
            <a:rPr lang="en-US" altLang="en-US" dirty="0" err="1" smtClean="0"/>
            <a:t>jmeter</a:t>
          </a:r>
          <a:r>
            <a:rPr lang="en-US" altLang="en-US" dirty="0" smtClean="0"/>
            <a:t>-sever</a:t>
          </a:r>
          <a:r>
            <a:rPr lang="zh-CN" altLang="en-US" dirty="0" smtClean="0"/>
            <a:t>）</a:t>
          </a:r>
          <a:endParaRPr lang="zh-CN" altLang="en-US" dirty="0"/>
        </a:p>
      </dgm:t>
    </dgm:pt>
    <dgm:pt modelId="{46E850D5-85FF-4D76-AE0A-D698688DC43D}" type="parTrans" cxnId="{C74B1100-651E-4F15-BC30-15D7A5454BD4}">
      <dgm:prSet/>
      <dgm:spPr/>
      <dgm:t>
        <a:bodyPr/>
        <a:lstStyle/>
        <a:p>
          <a:endParaRPr lang="zh-CN" altLang="en-US"/>
        </a:p>
      </dgm:t>
    </dgm:pt>
    <dgm:pt modelId="{4719FA28-2AF0-432D-B2E4-51D605E78213}" type="sibTrans" cxnId="{C74B1100-651E-4F15-BC30-15D7A5454BD4}">
      <dgm:prSet/>
      <dgm:spPr/>
      <dgm:t>
        <a:bodyPr/>
        <a:lstStyle/>
        <a:p>
          <a:endParaRPr lang="zh-CN" altLang="en-US"/>
        </a:p>
      </dgm:t>
    </dgm:pt>
    <dgm:pt modelId="{955F65EA-B97F-406E-99B8-E5D53BC936ED}">
      <dgm:prSet/>
      <dgm:spPr/>
      <dgm:t>
        <a:bodyPr/>
        <a:lstStyle/>
        <a:p>
          <a:r>
            <a:rPr lang="zh-CN" altLang="en-US" dirty="0" smtClean="0"/>
            <a:t>（压力机及调度机需要进入</a:t>
          </a:r>
          <a:r>
            <a:rPr lang="en-US" altLang="en-US" dirty="0" smtClean="0"/>
            <a:t>bin</a:t>
          </a:r>
          <a:r>
            <a:rPr lang="zh-CN" altLang="en-US" dirty="0" smtClean="0"/>
            <a:t>目录下，启动</a:t>
          </a:r>
          <a:r>
            <a:rPr lang="en-US" altLang="en-US" dirty="0" err="1" smtClean="0"/>
            <a:t>jmeter</a:t>
          </a:r>
          <a:r>
            <a:rPr lang="en-US" altLang="en-US" dirty="0" smtClean="0"/>
            <a:t>-sever</a:t>
          </a:r>
          <a:r>
            <a:rPr lang="zh-CN" altLang="en-US" dirty="0" smtClean="0"/>
            <a:t>）</a:t>
          </a:r>
          <a:endParaRPr lang="zh-CN" altLang="en-US" dirty="0"/>
        </a:p>
      </dgm:t>
    </dgm:pt>
    <dgm:pt modelId="{A203EBF6-9993-466D-9A1E-D9CC8FF366B7}" type="parTrans" cxnId="{A34795F4-CF49-418D-8A34-FA1A5E84A6CD}">
      <dgm:prSet/>
      <dgm:spPr/>
      <dgm:t>
        <a:bodyPr/>
        <a:lstStyle/>
        <a:p>
          <a:endParaRPr lang="zh-CN" altLang="en-US"/>
        </a:p>
      </dgm:t>
    </dgm:pt>
    <dgm:pt modelId="{80BD91B7-B820-4DC6-B87B-DFC1B0E241D0}" type="sibTrans" cxnId="{A34795F4-CF49-418D-8A34-FA1A5E84A6CD}">
      <dgm:prSet/>
      <dgm:spPr/>
      <dgm:t>
        <a:bodyPr/>
        <a:lstStyle/>
        <a:p>
          <a:endParaRPr lang="zh-CN" altLang="en-US"/>
        </a:p>
      </dgm:t>
    </dgm:pt>
    <dgm:pt modelId="{3F07454C-6195-47CE-AEC4-E81C693473D5}" type="pres">
      <dgm:prSet presAssocID="{21118A73-B75B-419B-A5CB-1A51FC85C5B3}" presName="linearFlow" presStyleCnt="0">
        <dgm:presLayoutVars>
          <dgm:dir/>
          <dgm:animLvl val="lvl"/>
          <dgm:resizeHandles val="exact"/>
        </dgm:presLayoutVars>
      </dgm:prSet>
      <dgm:spPr/>
    </dgm:pt>
    <dgm:pt modelId="{DCC24376-5733-4199-9D3A-905D5C6115E7}" type="pres">
      <dgm:prSet presAssocID="{230FC6EB-8577-42B0-B7C2-B4772D47270A}" presName="composite" presStyleCnt="0"/>
      <dgm:spPr/>
    </dgm:pt>
    <dgm:pt modelId="{A51E0A16-0F17-4C1C-843C-6CC0CB383474}" type="pres">
      <dgm:prSet presAssocID="{230FC6EB-8577-42B0-B7C2-B4772D47270A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E305BE-C4D6-410A-82AB-83403A11BE63}" type="pres">
      <dgm:prSet presAssocID="{230FC6EB-8577-42B0-B7C2-B4772D47270A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3776913-D440-4DC8-8C00-1F8343AB9B50}" type="pres">
      <dgm:prSet presAssocID="{1B0F5638-7DCA-4A2F-8D02-0171CA1075D9}" presName="sp" presStyleCnt="0"/>
      <dgm:spPr/>
    </dgm:pt>
    <dgm:pt modelId="{24B775E7-837D-4F4C-B48B-9F049A45A305}" type="pres">
      <dgm:prSet presAssocID="{8A5A50D4-FFEC-459E-B73D-B43641CC1883}" presName="composite" presStyleCnt="0"/>
      <dgm:spPr/>
    </dgm:pt>
    <dgm:pt modelId="{73BE634A-C9E4-4878-A91E-1521098B8433}" type="pres">
      <dgm:prSet presAssocID="{8A5A50D4-FFEC-459E-B73D-B43641CC188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8CAB0EF-727F-454B-8D6F-A528CB42585E}" type="pres">
      <dgm:prSet presAssocID="{8A5A50D4-FFEC-459E-B73D-B43641CC1883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50BA510-FE57-4271-A771-8606197EC8AD}" type="pres">
      <dgm:prSet presAssocID="{32576737-2308-4776-AFDA-4EEEB7CD6295}" presName="sp" presStyleCnt="0"/>
      <dgm:spPr/>
    </dgm:pt>
    <dgm:pt modelId="{84BB3E90-6737-460C-8276-F543AD6BC09B}" type="pres">
      <dgm:prSet presAssocID="{94B4459B-174D-4E5E-A124-A8565F60A9B1}" presName="composite" presStyleCnt="0"/>
      <dgm:spPr/>
    </dgm:pt>
    <dgm:pt modelId="{831F1399-78C8-499B-86B8-08F92ABF5389}" type="pres">
      <dgm:prSet presAssocID="{94B4459B-174D-4E5E-A124-A8565F60A9B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84768FC-312A-4E4E-9699-D37EB756CD4A}" type="pres">
      <dgm:prSet presAssocID="{94B4459B-174D-4E5E-A124-A8565F60A9B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34795F4-CF49-418D-8A34-FA1A5E84A6CD}" srcId="{8A5A50D4-FFEC-459E-B73D-B43641CC1883}" destId="{955F65EA-B97F-406E-99B8-E5D53BC936ED}" srcOrd="3" destOrd="0" parTransId="{A203EBF6-9993-466D-9A1E-D9CC8FF366B7}" sibTransId="{80BD91B7-B820-4DC6-B87B-DFC1B0E241D0}"/>
    <dgm:cxn modelId="{3E911C92-EEF0-4C58-B47E-6AD6F6182D16}" srcId="{21118A73-B75B-419B-A5CB-1A51FC85C5B3}" destId="{230FC6EB-8577-42B0-B7C2-B4772D47270A}" srcOrd="0" destOrd="0" parTransId="{9C7A335D-15BF-42C8-A1B2-6EAB18A85227}" sibTransId="{1B0F5638-7DCA-4A2F-8D02-0171CA1075D9}"/>
    <dgm:cxn modelId="{97E0E1CD-CAE5-4725-AD04-75B8BEA8FB2C}" type="presOf" srcId="{B078FB43-5F44-496C-9694-EB0907401572}" destId="{63E305BE-C4D6-410A-82AB-83403A11BE63}" srcOrd="0" destOrd="0" presId="urn:microsoft.com/office/officeart/2005/8/layout/chevron2"/>
    <dgm:cxn modelId="{C8E47F56-FE28-4E56-8FD6-8FB3180CDEB6}" type="presOf" srcId="{94B4459B-174D-4E5E-A124-A8565F60A9B1}" destId="{831F1399-78C8-499B-86B8-08F92ABF5389}" srcOrd="0" destOrd="0" presId="urn:microsoft.com/office/officeart/2005/8/layout/chevron2"/>
    <dgm:cxn modelId="{34FC823C-5BC4-4BC6-B7E3-2BDEBBF2CCF1}" srcId="{8A5A50D4-FFEC-459E-B73D-B43641CC1883}" destId="{73028868-D646-4D3A-B033-FD918620D9FF}" srcOrd="1" destOrd="0" parTransId="{F6DEF912-C6BC-41A2-88CC-40AB895DBEFF}" sibTransId="{8B7EF654-16D6-41AE-9FE7-F7941C4E983C}"/>
    <dgm:cxn modelId="{C74B1100-651E-4F15-BC30-15D7A5454BD4}" srcId="{94B4459B-174D-4E5E-A124-A8565F60A9B1}" destId="{1EAD04F5-C670-4865-BF8B-A19D26B38FA4}" srcOrd="3" destOrd="0" parTransId="{46E850D5-85FF-4D76-AE0A-D698688DC43D}" sibTransId="{4719FA28-2AF0-432D-B2E4-51D605E78213}"/>
    <dgm:cxn modelId="{94C08B0E-F7D3-4960-8E06-4C205430EEF2}" type="presOf" srcId="{9B449D1C-D7F5-440E-9E9C-4F76651FD375}" destId="{584768FC-312A-4E4E-9699-D37EB756CD4A}" srcOrd="0" destOrd="2" presId="urn:microsoft.com/office/officeart/2005/8/layout/chevron2"/>
    <dgm:cxn modelId="{B6D3B857-4BB6-4CCD-8716-68753BB5367D}" type="presOf" srcId="{230FC6EB-8577-42B0-B7C2-B4772D47270A}" destId="{A51E0A16-0F17-4C1C-843C-6CC0CB383474}" srcOrd="0" destOrd="0" presId="urn:microsoft.com/office/officeart/2005/8/layout/chevron2"/>
    <dgm:cxn modelId="{E3F6F887-0B7E-46FF-9AE3-4EE55ACCB70D}" type="presOf" srcId="{50ADC31E-E94C-4F1F-9909-67A8F38BECA5}" destId="{584768FC-312A-4E4E-9699-D37EB756CD4A}" srcOrd="0" destOrd="4" presId="urn:microsoft.com/office/officeart/2005/8/layout/chevron2"/>
    <dgm:cxn modelId="{A2EA25C0-3EE2-4B94-84FD-7A55680F949A}" srcId="{94B4459B-174D-4E5E-A124-A8565F60A9B1}" destId="{9C121DD5-F58B-46D9-8E5B-7714FD3B622D}" srcOrd="1" destOrd="0" parTransId="{A71F816E-BEC9-45A0-856D-ABA06BDA4629}" sibTransId="{792C2056-4531-4B38-B846-D0AE541BF50A}"/>
    <dgm:cxn modelId="{A3CC14C9-076B-4948-A04A-44D22CA9E986}" srcId="{94B4459B-174D-4E5E-A124-A8565F60A9B1}" destId="{9B449D1C-D7F5-440E-9E9C-4F76651FD375}" srcOrd="2" destOrd="0" parTransId="{47E6C660-0EA5-4068-98B7-AE5E4A3BA44E}" sibTransId="{B2B31930-7CD6-4C80-8EFF-279B76432DE3}"/>
    <dgm:cxn modelId="{5B5DFF1B-E68C-490D-BF7D-E969FB8E5E9E}" type="presOf" srcId="{1216B026-6B7A-4647-AFF7-6E62174999D6}" destId="{88CAB0EF-727F-454B-8D6F-A528CB42585E}" srcOrd="0" destOrd="0" presId="urn:microsoft.com/office/officeart/2005/8/layout/chevron2"/>
    <dgm:cxn modelId="{B9768200-74AA-477C-A6AB-7C4CD21D51DB}" srcId="{94B4459B-174D-4E5E-A124-A8565F60A9B1}" destId="{50ADC31E-E94C-4F1F-9909-67A8F38BECA5}" srcOrd="4" destOrd="0" parTransId="{D0F5079F-6B27-48BF-A143-962337F56E61}" sibTransId="{8F400550-BF9D-453A-A908-CF492F22989C}"/>
    <dgm:cxn modelId="{0659D308-7F4B-4E33-A7B3-FAB5BA14C37D}" type="presOf" srcId="{955F65EA-B97F-406E-99B8-E5D53BC936ED}" destId="{88CAB0EF-727F-454B-8D6F-A528CB42585E}" srcOrd="0" destOrd="3" presId="urn:microsoft.com/office/officeart/2005/8/layout/chevron2"/>
    <dgm:cxn modelId="{CA42A74C-3C6A-48FA-A06B-AE098FB82290}" type="presOf" srcId="{603C43C0-187D-4841-9F77-CBE4B80B1D70}" destId="{584768FC-312A-4E4E-9699-D37EB756CD4A}" srcOrd="0" destOrd="0" presId="urn:microsoft.com/office/officeart/2005/8/layout/chevron2"/>
    <dgm:cxn modelId="{AFB70897-15B9-4640-B6A2-A5C3D8CFA7B6}" srcId="{21118A73-B75B-419B-A5CB-1A51FC85C5B3}" destId="{8A5A50D4-FFEC-459E-B73D-B43641CC1883}" srcOrd="1" destOrd="0" parTransId="{E13BBEFB-1757-47DB-B87C-C928C2E6F449}" sibTransId="{32576737-2308-4776-AFDA-4EEEB7CD6295}"/>
    <dgm:cxn modelId="{096CA252-780E-4C14-BE58-280589C2D4E3}" srcId="{230FC6EB-8577-42B0-B7C2-B4772D47270A}" destId="{B078FB43-5F44-496C-9694-EB0907401572}" srcOrd="0" destOrd="0" parTransId="{0E76E309-7F3E-4AAB-8A2A-F397E52A8859}" sibTransId="{77441209-C718-4FBC-8A5F-AED7A784442E}"/>
    <dgm:cxn modelId="{3E974137-6D61-455E-99EF-C3C2E4ED9223}" srcId="{8A5A50D4-FFEC-459E-B73D-B43641CC1883}" destId="{1216B026-6B7A-4647-AFF7-6E62174999D6}" srcOrd="0" destOrd="0" parTransId="{1A7D9FB6-84DA-42A3-85BF-E5E50083F438}" sibTransId="{DA6A8B95-4C35-473D-B7F8-97394288AF4A}"/>
    <dgm:cxn modelId="{3912AFD3-8B5E-4B8F-B2AA-68EBE3CBCC0B}" type="presOf" srcId="{73028868-D646-4D3A-B033-FD918620D9FF}" destId="{88CAB0EF-727F-454B-8D6F-A528CB42585E}" srcOrd="0" destOrd="1" presId="urn:microsoft.com/office/officeart/2005/8/layout/chevron2"/>
    <dgm:cxn modelId="{3F4DA809-06F7-4788-AF66-603CCE0F9DE0}" srcId="{94B4459B-174D-4E5E-A124-A8565F60A9B1}" destId="{603C43C0-187D-4841-9F77-CBE4B80B1D70}" srcOrd="0" destOrd="0" parTransId="{CA211E42-812B-4D50-A8C5-6BE3F950B7B3}" sibTransId="{14C10B54-92D1-4ED3-9E24-8E4F2A57C0E3}"/>
    <dgm:cxn modelId="{A42C1084-F33C-4DF8-99FF-5DFE3261026A}" type="presOf" srcId="{8A5A50D4-FFEC-459E-B73D-B43641CC1883}" destId="{73BE634A-C9E4-4878-A91E-1521098B8433}" srcOrd="0" destOrd="0" presId="urn:microsoft.com/office/officeart/2005/8/layout/chevron2"/>
    <dgm:cxn modelId="{365B2D19-6CC9-4F92-B1DB-0E78C885393F}" type="presOf" srcId="{9C121DD5-F58B-46D9-8E5B-7714FD3B622D}" destId="{584768FC-312A-4E4E-9699-D37EB756CD4A}" srcOrd="0" destOrd="1" presId="urn:microsoft.com/office/officeart/2005/8/layout/chevron2"/>
    <dgm:cxn modelId="{02EFFDCF-5F6C-4BA4-A47E-D36BE9060023}" srcId="{21118A73-B75B-419B-A5CB-1A51FC85C5B3}" destId="{94B4459B-174D-4E5E-A124-A8565F60A9B1}" srcOrd="2" destOrd="0" parTransId="{01947C33-05D3-40DC-A166-758A236574DD}" sibTransId="{AE09A341-6A23-43B1-8517-5A92AFF51AD0}"/>
    <dgm:cxn modelId="{CF54B1D2-E1A2-486D-A731-5B3AAC49799E}" type="presOf" srcId="{21118A73-B75B-419B-A5CB-1A51FC85C5B3}" destId="{3F07454C-6195-47CE-AEC4-E81C693473D5}" srcOrd="0" destOrd="0" presId="urn:microsoft.com/office/officeart/2005/8/layout/chevron2"/>
    <dgm:cxn modelId="{14C8B2E6-D4DF-4D4C-9B89-2EC8F02E4100}" srcId="{8A5A50D4-FFEC-459E-B73D-B43641CC1883}" destId="{C0E154CF-5938-4454-BA95-A43BA7A52E99}" srcOrd="2" destOrd="0" parTransId="{A97E765F-71FB-4261-8420-93CA6EADE4C7}" sibTransId="{073C39C0-1BCF-4E3B-9604-7B06F3303182}"/>
    <dgm:cxn modelId="{8AC2332A-8C8C-42A6-A265-531980FCB426}" type="presOf" srcId="{1EAD04F5-C670-4865-BF8B-A19D26B38FA4}" destId="{584768FC-312A-4E4E-9699-D37EB756CD4A}" srcOrd="0" destOrd="3" presId="urn:microsoft.com/office/officeart/2005/8/layout/chevron2"/>
    <dgm:cxn modelId="{AC1C3274-7B77-49C7-89CC-337B23FB8558}" type="presOf" srcId="{C0E154CF-5938-4454-BA95-A43BA7A52E99}" destId="{88CAB0EF-727F-454B-8D6F-A528CB42585E}" srcOrd="0" destOrd="2" presId="urn:microsoft.com/office/officeart/2005/8/layout/chevron2"/>
    <dgm:cxn modelId="{D90CA283-3157-4310-B8BD-10DECF72A97B}" type="presParOf" srcId="{3F07454C-6195-47CE-AEC4-E81C693473D5}" destId="{DCC24376-5733-4199-9D3A-905D5C6115E7}" srcOrd="0" destOrd="0" presId="urn:microsoft.com/office/officeart/2005/8/layout/chevron2"/>
    <dgm:cxn modelId="{19ADE2BC-83BA-4B18-981A-765DBBE5EE81}" type="presParOf" srcId="{DCC24376-5733-4199-9D3A-905D5C6115E7}" destId="{A51E0A16-0F17-4C1C-843C-6CC0CB383474}" srcOrd="0" destOrd="0" presId="urn:microsoft.com/office/officeart/2005/8/layout/chevron2"/>
    <dgm:cxn modelId="{2F6363F8-C231-4A16-BC52-4BB3E83B6131}" type="presParOf" srcId="{DCC24376-5733-4199-9D3A-905D5C6115E7}" destId="{63E305BE-C4D6-410A-82AB-83403A11BE63}" srcOrd="1" destOrd="0" presId="urn:microsoft.com/office/officeart/2005/8/layout/chevron2"/>
    <dgm:cxn modelId="{2B204516-D9ED-4B5A-BEDF-B1EF43B315DF}" type="presParOf" srcId="{3F07454C-6195-47CE-AEC4-E81C693473D5}" destId="{53776913-D440-4DC8-8C00-1F8343AB9B50}" srcOrd="1" destOrd="0" presId="urn:microsoft.com/office/officeart/2005/8/layout/chevron2"/>
    <dgm:cxn modelId="{4C39CEDC-DF3D-4414-AA24-DA1DE64E2354}" type="presParOf" srcId="{3F07454C-6195-47CE-AEC4-E81C693473D5}" destId="{24B775E7-837D-4F4C-B48B-9F049A45A305}" srcOrd="2" destOrd="0" presId="urn:microsoft.com/office/officeart/2005/8/layout/chevron2"/>
    <dgm:cxn modelId="{6E4D4F54-D054-4AA8-8EC0-F82DF6F96598}" type="presParOf" srcId="{24B775E7-837D-4F4C-B48B-9F049A45A305}" destId="{73BE634A-C9E4-4878-A91E-1521098B8433}" srcOrd="0" destOrd="0" presId="urn:microsoft.com/office/officeart/2005/8/layout/chevron2"/>
    <dgm:cxn modelId="{4FD455AE-1C0E-4E18-8864-364C9E9510A9}" type="presParOf" srcId="{24B775E7-837D-4F4C-B48B-9F049A45A305}" destId="{88CAB0EF-727F-454B-8D6F-A528CB42585E}" srcOrd="1" destOrd="0" presId="urn:microsoft.com/office/officeart/2005/8/layout/chevron2"/>
    <dgm:cxn modelId="{84BC8826-CC3F-437E-B9CF-3E8229C8507E}" type="presParOf" srcId="{3F07454C-6195-47CE-AEC4-E81C693473D5}" destId="{F50BA510-FE57-4271-A771-8606197EC8AD}" srcOrd="3" destOrd="0" presId="urn:microsoft.com/office/officeart/2005/8/layout/chevron2"/>
    <dgm:cxn modelId="{25A1D567-AFA4-4647-80D3-347401367ACB}" type="presParOf" srcId="{3F07454C-6195-47CE-AEC4-E81C693473D5}" destId="{84BB3E90-6737-460C-8276-F543AD6BC09B}" srcOrd="4" destOrd="0" presId="urn:microsoft.com/office/officeart/2005/8/layout/chevron2"/>
    <dgm:cxn modelId="{C0936541-7F3D-47F7-A1A4-C353C1945743}" type="presParOf" srcId="{84BB3E90-6737-460C-8276-F543AD6BC09B}" destId="{831F1399-78C8-499B-86B8-08F92ABF5389}" srcOrd="0" destOrd="0" presId="urn:microsoft.com/office/officeart/2005/8/layout/chevron2"/>
    <dgm:cxn modelId="{03675DC3-F6FB-4FAC-B788-EDCA4FEBEFFA}" type="presParOf" srcId="{84BB3E90-6737-460C-8276-F543AD6BC09B}" destId="{584768FC-312A-4E4E-9699-D37EB756CD4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09B36-491A-453F-98A2-5B54869DAD9B}">
      <dsp:nvSpPr>
        <dsp:cNvPr id="0" name=""/>
        <dsp:cNvSpPr/>
      </dsp:nvSpPr>
      <dsp:spPr>
        <a:xfrm>
          <a:off x="755345" y="0"/>
          <a:ext cx="8560586" cy="275607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D61E9-CB01-49A0-9F22-EC02E38A40C1}">
      <dsp:nvSpPr>
        <dsp:cNvPr id="0" name=""/>
        <dsp:cNvSpPr/>
      </dsp:nvSpPr>
      <dsp:spPr>
        <a:xfrm>
          <a:off x="5040" y="826823"/>
          <a:ext cx="2424384" cy="11024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1.</a:t>
          </a:r>
          <a:r>
            <a:rPr lang="zh-CN" sz="1900" kern="1200" smtClean="0"/>
            <a:t>分析被测应用，确定压测背景和目的，确定压测目标</a:t>
          </a:r>
          <a:endParaRPr lang="zh-CN" sz="1900" kern="1200"/>
        </a:p>
      </dsp:txBody>
      <dsp:txXfrm>
        <a:off x="58856" y="880639"/>
        <a:ext cx="2316752" cy="994799"/>
      </dsp:txXfrm>
    </dsp:sp>
    <dsp:sp modelId="{122CF37E-172A-4DD6-83E6-C106DCEFBA00}">
      <dsp:nvSpPr>
        <dsp:cNvPr id="0" name=""/>
        <dsp:cNvSpPr/>
      </dsp:nvSpPr>
      <dsp:spPr>
        <a:xfrm>
          <a:off x="2550644" y="826823"/>
          <a:ext cx="2424384" cy="11024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2.</a:t>
          </a:r>
          <a:r>
            <a:rPr lang="zh-CN" sz="1900" kern="1200" smtClean="0"/>
            <a:t>制订测试计划 ，设计测试场景</a:t>
          </a:r>
          <a:endParaRPr lang="zh-CN" sz="1900" kern="1200"/>
        </a:p>
      </dsp:txBody>
      <dsp:txXfrm>
        <a:off x="2604460" y="880639"/>
        <a:ext cx="2316752" cy="994799"/>
      </dsp:txXfrm>
    </dsp:sp>
    <dsp:sp modelId="{ABE38597-3E06-448D-AFB9-FBEBF1F8C2FD}">
      <dsp:nvSpPr>
        <dsp:cNvPr id="0" name=""/>
        <dsp:cNvSpPr/>
      </dsp:nvSpPr>
      <dsp:spPr>
        <a:xfrm>
          <a:off x="5096248" y="826823"/>
          <a:ext cx="2424384" cy="11024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3.</a:t>
          </a:r>
          <a:r>
            <a:rPr lang="zh-CN" sz="1900" kern="1200" smtClean="0"/>
            <a:t>测试执行：开发测试脚本，执行测试，过程监控</a:t>
          </a:r>
          <a:endParaRPr lang="zh-CN" sz="1900" kern="1200"/>
        </a:p>
      </dsp:txBody>
      <dsp:txXfrm>
        <a:off x="5150064" y="880639"/>
        <a:ext cx="2316752" cy="994799"/>
      </dsp:txXfrm>
    </dsp:sp>
    <dsp:sp modelId="{C4330EB3-AF84-42A2-A85C-F3FD5255E3EC}">
      <dsp:nvSpPr>
        <dsp:cNvPr id="0" name=""/>
        <dsp:cNvSpPr/>
      </dsp:nvSpPr>
      <dsp:spPr>
        <a:xfrm>
          <a:off x="7641852" y="826823"/>
          <a:ext cx="2424384" cy="11024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/>
            <a:t>4.</a:t>
          </a:r>
          <a:r>
            <a:rPr lang="zh-CN" sz="1900" kern="1200" smtClean="0"/>
            <a:t>结果分析：结果获取并收集 ，分析测试结果，项目讨论</a:t>
          </a:r>
          <a:endParaRPr lang="zh-CN" sz="1900" kern="1200"/>
        </a:p>
      </dsp:txBody>
      <dsp:txXfrm>
        <a:off x="7695668" y="880639"/>
        <a:ext cx="2316752" cy="994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E0A16-0F17-4C1C-843C-6CC0CB383474}">
      <dsp:nvSpPr>
        <dsp:cNvPr id="0" name=""/>
        <dsp:cNvSpPr/>
      </dsp:nvSpPr>
      <dsp:spPr>
        <a:xfrm rot="5400000">
          <a:off x="-245328" y="246017"/>
          <a:ext cx="1635520" cy="11448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100" kern="1200" dirty="0" smtClean="0"/>
            <a:t>基础环境</a:t>
          </a:r>
          <a:endParaRPr lang="zh-CN" sz="2100" kern="1200" dirty="0"/>
        </a:p>
      </dsp:txBody>
      <dsp:txXfrm rot="-5400000">
        <a:off x="0" y="573121"/>
        <a:ext cx="1144864" cy="490656"/>
      </dsp:txXfrm>
    </dsp:sp>
    <dsp:sp modelId="{63E305BE-C4D6-410A-82AB-83403A11BE63}">
      <dsp:nvSpPr>
        <dsp:cNvPr id="0" name=""/>
        <dsp:cNvSpPr/>
      </dsp:nvSpPr>
      <dsp:spPr>
        <a:xfrm rot="5400000">
          <a:off x="4498588" y="-3353034"/>
          <a:ext cx="1063088" cy="7770535"/>
        </a:xfrm>
        <a:prstGeom prst="round2Same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b="1" kern="1200" dirty="0" smtClean="0"/>
            <a:t>安装</a:t>
          </a:r>
          <a:r>
            <a:rPr lang="en-US" altLang="zh-CN" sz="1100" b="1" kern="1200" dirty="0" smtClean="0"/>
            <a:t>java</a:t>
          </a:r>
          <a:r>
            <a:rPr lang="zh-CN" altLang="en-US" sz="1100" b="1" kern="1200" dirty="0" smtClean="0"/>
            <a:t>及</a:t>
          </a:r>
          <a:r>
            <a:rPr lang="en-US" altLang="zh-CN" sz="1100" b="1" kern="1200" dirty="0" err="1" smtClean="0"/>
            <a:t>jmeter</a:t>
          </a:r>
          <a:r>
            <a:rPr lang="en-US" altLang="zh-CN" sz="1100" b="1" kern="1200" dirty="0" smtClean="0"/>
            <a:t>,</a:t>
          </a:r>
          <a:r>
            <a:rPr lang="zh-CN" altLang="en-US" sz="1100" b="1" kern="1200" dirty="0" smtClean="0"/>
            <a:t>压力机及子机保持版本一致</a:t>
          </a:r>
          <a:endParaRPr lang="zh-CN" altLang="en-US" sz="1100" b="1" kern="1200" dirty="0"/>
        </a:p>
      </dsp:txBody>
      <dsp:txXfrm rot="-5400000">
        <a:off x="1144865" y="52585"/>
        <a:ext cx="7718639" cy="959296"/>
      </dsp:txXfrm>
    </dsp:sp>
    <dsp:sp modelId="{73BE634A-C9E4-4878-A91E-1521098B8433}">
      <dsp:nvSpPr>
        <dsp:cNvPr id="0" name=""/>
        <dsp:cNvSpPr/>
      </dsp:nvSpPr>
      <dsp:spPr>
        <a:xfrm rot="5400000">
          <a:off x="-245328" y="1687719"/>
          <a:ext cx="1635520" cy="11448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smtClean="0"/>
            <a:t>压力机</a:t>
          </a:r>
          <a:endParaRPr lang="zh-CN" sz="2100" kern="1200"/>
        </a:p>
      </dsp:txBody>
      <dsp:txXfrm rot="-5400000">
        <a:off x="0" y="2014823"/>
        <a:ext cx="1144864" cy="490656"/>
      </dsp:txXfrm>
    </dsp:sp>
    <dsp:sp modelId="{88CAB0EF-727F-454B-8D6F-A528CB42585E}">
      <dsp:nvSpPr>
        <dsp:cNvPr id="0" name=""/>
        <dsp:cNvSpPr/>
      </dsp:nvSpPr>
      <dsp:spPr>
        <a:xfrm rot="5400000">
          <a:off x="4498588" y="-1911331"/>
          <a:ext cx="1063088" cy="77705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100" kern="1200" dirty="0" err="1" smtClean="0"/>
            <a:t>Jmeter</a:t>
          </a:r>
          <a:r>
            <a:rPr lang="en-US" altLang="zh-CN" sz="1100" kern="1200" dirty="0" smtClean="0"/>
            <a:t>/bin/</a:t>
          </a:r>
          <a:r>
            <a:rPr lang="en-US" altLang="zh-CN" sz="1100" kern="1200" dirty="0" err="1" smtClean="0"/>
            <a:t>jmeter.properties</a:t>
          </a:r>
          <a:r>
            <a:rPr lang="zh-CN" altLang="en-US" sz="1100" kern="1200" dirty="0" smtClean="0"/>
            <a:t>文件下，修改</a:t>
          </a:r>
          <a:r>
            <a:rPr lang="en-US" altLang="en-US" sz="1100" kern="1200" dirty="0" err="1" smtClean="0"/>
            <a:t>remote_hosts</a:t>
          </a:r>
          <a:r>
            <a:rPr lang="en-US" altLang="en-US" sz="1100" kern="1200" dirty="0" smtClean="0"/>
            <a:t>=192.168.8.149</a:t>
          </a:r>
          <a:r>
            <a:rPr lang="zh-CN" altLang="en-US" sz="1100" kern="1200" dirty="0" smtClean="0"/>
            <a:t>：</a:t>
          </a:r>
          <a:r>
            <a:rPr lang="en-US" altLang="en-US" sz="1100" kern="1200" dirty="0" smtClean="0"/>
            <a:t>1099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 smtClean="0"/>
            <a:t>参数</a:t>
          </a:r>
          <a:r>
            <a:rPr lang="en-US" altLang="en-US" sz="1100" kern="1200" dirty="0" err="1" smtClean="0"/>
            <a:t>server.rmi.ssl.disable</a:t>
          </a:r>
          <a:r>
            <a:rPr lang="zh-CN" altLang="en-US" sz="1100" kern="1200" dirty="0" smtClean="0"/>
            <a:t>均改为</a:t>
          </a:r>
          <a:r>
            <a:rPr lang="en-US" altLang="en-US" sz="1100" kern="1200" dirty="0" smtClean="0"/>
            <a:t>true</a:t>
          </a:r>
          <a:r>
            <a:rPr lang="zh-CN" altLang="en-US" sz="1100" kern="1200" dirty="0" smtClean="0"/>
            <a:t>，去掉</a:t>
          </a:r>
          <a:r>
            <a:rPr lang="en-US" altLang="en-US" sz="1100" kern="1200" dirty="0" smtClean="0"/>
            <a:t>#</a:t>
          </a:r>
          <a:r>
            <a:rPr lang="zh-CN" altLang="en-US" sz="1100" kern="1200" dirty="0" smtClean="0"/>
            <a:t>号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100" kern="1200" dirty="0" smtClean="0"/>
            <a:t>server_port=1099</a:t>
          </a:r>
          <a:r>
            <a:rPr lang="zh-CN" altLang="en-US" sz="1100" kern="1200" dirty="0" smtClean="0"/>
            <a:t>前</a:t>
          </a:r>
          <a:r>
            <a:rPr lang="en-US" altLang="en-US" sz="1100" kern="1200" dirty="0" smtClean="0"/>
            <a:t>#</a:t>
          </a:r>
          <a:r>
            <a:rPr lang="zh-CN" altLang="en-US" sz="1100" kern="1200" dirty="0" smtClean="0"/>
            <a:t>号去掉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 smtClean="0"/>
            <a:t>（压力机及调度机需要进入</a:t>
          </a:r>
          <a:r>
            <a:rPr lang="en-US" altLang="en-US" sz="1100" kern="1200" dirty="0" smtClean="0"/>
            <a:t>bin</a:t>
          </a:r>
          <a:r>
            <a:rPr lang="zh-CN" altLang="en-US" sz="1100" kern="1200" dirty="0" smtClean="0"/>
            <a:t>目录下，启动</a:t>
          </a:r>
          <a:r>
            <a:rPr lang="en-US" altLang="en-US" sz="1100" kern="1200" dirty="0" err="1" smtClean="0"/>
            <a:t>jmeter</a:t>
          </a:r>
          <a:r>
            <a:rPr lang="en-US" altLang="en-US" sz="1100" kern="1200" dirty="0" smtClean="0"/>
            <a:t>-sever</a:t>
          </a:r>
          <a:r>
            <a:rPr lang="zh-CN" altLang="en-US" sz="1100" kern="1200" dirty="0" smtClean="0"/>
            <a:t>）</a:t>
          </a:r>
          <a:endParaRPr lang="zh-CN" altLang="en-US" sz="1100" kern="1200" dirty="0"/>
        </a:p>
      </dsp:txBody>
      <dsp:txXfrm rot="-5400000">
        <a:off x="1144865" y="1494288"/>
        <a:ext cx="7718639" cy="959296"/>
      </dsp:txXfrm>
    </dsp:sp>
    <dsp:sp modelId="{831F1399-78C8-499B-86B8-08F92ABF5389}">
      <dsp:nvSpPr>
        <dsp:cNvPr id="0" name=""/>
        <dsp:cNvSpPr/>
      </dsp:nvSpPr>
      <dsp:spPr>
        <a:xfrm rot="5400000">
          <a:off x="-245328" y="3129422"/>
          <a:ext cx="1635520" cy="11448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100" kern="1200" smtClean="0"/>
            <a:t>调度机</a:t>
          </a:r>
          <a:endParaRPr lang="zh-CN" sz="2100" kern="1200"/>
        </a:p>
      </dsp:txBody>
      <dsp:txXfrm rot="-5400000">
        <a:off x="0" y="3456526"/>
        <a:ext cx="1144864" cy="490656"/>
      </dsp:txXfrm>
    </dsp:sp>
    <dsp:sp modelId="{584768FC-312A-4E4E-9699-D37EB756CD4A}">
      <dsp:nvSpPr>
        <dsp:cNvPr id="0" name=""/>
        <dsp:cNvSpPr/>
      </dsp:nvSpPr>
      <dsp:spPr>
        <a:xfrm rot="5400000">
          <a:off x="4498588" y="-469629"/>
          <a:ext cx="1063088" cy="77705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100" kern="1200" dirty="0" err="1" smtClean="0"/>
            <a:t>Jmeter</a:t>
          </a:r>
          <a:r>
            <a:rPr lang="en-US" altLang="zh-CN" sz="1100" kern="1200" dirty="0" smtClean="0"/>
            <a:t>/bin/</a:t>
          </a:r>
          <a:r>
            <a:rPr lang="en-US" altLang="zh-CN" sz="1100" kern="1200" dirty="0" err="1" smtClean="0"/>
            <a:t>jmeter.properties</a:t>
          </a:r>
          <a:r>
            <a:rPr lang="zh-CN" altLang="en-US" sz="1100" kern="1200" dirty="0" smtClean="0"/>
            <a:t>文件下，修改</a:t>
          </a:r>
          <a:r>
            <a:rPr lang="en-US" altLang="en-US" sz="1100" kern="1200" dirty="0" err="1" smtClean="0"/>
            <a:t>remote_hosts</a:t>
          </a:r>
          <a:r>
            <a:rPr lang="en-US" altLang="en-US" sz="1100" kern="1200" dirty="0" smtClean="0"/>
            <a:t>=192.168.8.149</a:t>
          </a:r>
          <a:r>
            <a:rPr lang="zh-CN" altLang="en-US" sz="1100" kern="1200" dirty="0" smtClean="0"/>
            <a:t>：</a:t>
          </a:r>
          <a:r>
            <a:rPr lang="en-US" altLang="en-US" sz="1100" kern="1200" dirty="0" smtClean="0"/>
            <a:t>1099</a:t>
          </a:r>
          <a:r>
            <a:rPr lang="zh-CN" altLang="en-US" sz="1100" kern="1200" dirty="0" smtClean="0"/>
            <a:t>，多个压力机用，分隔，去掉</a:t>
          </a:r>
          <a:r>
            <a:rPr lang="en-US" altLang="zh-CN" sz="1100" kern="1200" dirty="0" smtClean="0"/>
            <a:t>#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 smtClean="0"/>
            <a:t>参数</a:t>
          </a:r>
          <a:r>
            <a:rPr lang="en-US" altLang="en-US" sz="1100" kern="1200" dirty="0" err="1" smtClean="0"/>
            <a:t>server.rmi.ssl.disable</a:t>
          </a:r>
          <a:r>
            <a:rPr lang="zh-CN" altLang="en-US" sz="1100" kern="1200" dirty="0" smtClean="0"/>
            <a:t>均改为</a:t>
          </a:r>
          <a:r>
            <a:rPr lang="en-US" altLang="en-US" sz="1100" kern="1200" dirty="0" smtClean="0"/>
            <a:t>true</a:t>
          </a:r>
          <a:r>
            <a:rPr lang="zh-CN" altLang="en-US" sz="1100" kern="1200" dirty="0" smtClean="0"/>
            <a:t>，去掉</a:t>
          </a:r>
          <a:r>
            <a:rPr lang="en-US" altLang="en-US" sz="1100" kern="1200" dirty="0" smtClean="0"/>
            <a:t>#</a:t>
          </a:r>
          <a:r>
            <a:rPr lang="zh-CN" altLang="en-US" sz="1100" kern="1200" dirty="0" smtClean="0"/>
            <a:t>号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100" kern="1200" dirty="0" err="1" smtClean="0"/>
            <a:t>server_port</a:t>
          </a:r>
          <a:r>
            <a:rPr lang="en-US" altLang="en-US" sz="1100" kern="1200" dirty="0" smtClean="0"/>
            <a:t>=1099</a:t>
          </a:r>
          <a:r>
            <a:rPr lang="zh-CN" altLang="en-US" sz="1100" kern="1200" dirty="0" smtClean="0"/>
            <a:t>前</a:t>
          </a:r>
          <a:r>
            <a:rPr lang="en-US" altLang="en-US" sz="1100" kern="1200" dirty="0" smtClean="0"/>
            <a:t>#</a:t>
          </a:r>
          <a:r>
            <a:rPr lang="zh-CN" altLang="en-US" sz="1100" kern="1200" dirty="0" smtClean="0"/>
            <a:t>号去掉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100" kern="1200" dirty="0" smtClean="0"/>
            <a:t>（压力机及调度机需要进入</a:t>
          </a:r>
          <a:r>
            <a:rPr lang="en-US" altLang="en-US" sz="1100" kern="1200" dirty="0" smtClean="0"/>
            <a:t>bin</a:t>
          </a:r>
          <a:r>
            <a:rPr lang="zh-CN" altLang="en-US" sz="1100" kern="1200" dirty="0" smtClean="0"/>
            <a:t>目录下，启动</a:t>
          </a:r>
          <a:r>
            <a:rPr lang="en-US" altLang="en-US" sz="1100" kern="1200" dirty="0" err="1" smtClean="0"/>
            <a:t>jmeter</a:t>
          </a:r>
          <a:r>
            <a:rPr lang="en-US" altLang="en-US" sz="1100" kern="1200" dirty="0" smtClean="0"/>
            <a:t>-sever</a:t>
          </a:r>
          <a:r>
            <a:rPr lang="zh-CN" altLang="en-US" sz="1100" kern="1200" dirty="0" smtClean="0"/>
            <a:t>）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100" kern="1200" dirty="0"/>
        </a:p>
      </dsp:txBody>
      <dsp:txXfrm rot="-5400000">
        <a:off x="1144865" y="2935990"/>
        <a:ext cx="7718639" cy="959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0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51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9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05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3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1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9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5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5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6340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93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8587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576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74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3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FE9C-3B07-4C65-A4DC-2930A6AB01D0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F1301E-043F-4BDF-BFDE-B5AABA6763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7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svn.xin.com/QA/usedcar/jmeter/scrip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44514" y="956256"/>
            <a:ext cx="8915399" cy="2262781"/>
          </a:xfrm>
        </p:spPr>
        <p:txBody>
          <a:bodyPr/>
          <a:lstStyle/>
          <a:p>
            <a:r>
              <a:rPr lang="en-US" altLang="zh-CN" dirty="0" smtClean="0"/>
              <a:t>				</a:t>
            </a:r>
            <a:r>
              <a:rPr lang="zh-CN" altLang="en-US" dirty="0" smtClean="0"/>
              <a:t>分布式压测流程介绍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                                                      </a:t>
            </a:r>
            <a:r>
              <a:rPr lang="zh-CN" altLang="en-US" dirty="0"/>
              <a:t>肖瑶</a:t>
            </a:r>
            <a:r>
              <a:rPr lang="en-US" altLang="zh-CN" dirty="0" smtClean="0"/>
              <a:t>                                                                                                                    																2018.12.16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207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 smtClean="0"/>
          </a:p>
          <a:p>
            <a:r>
              <a:rPr lang="zh-CN" altLang="en-US" dirty="0" smtClean="0"/>
              <a:t>压测的一般流程</a:t>
            </a:r>
            <a:endParaRPr lang="en-US" altLang="zh-CN" dirty="0" smtClean="0"/>
          </a:p>
          <a:p>
            <a:r>
              <a:rPr lang="zh-CN" altLang="en-US" dirty="0" smtClean="0"/>
              <a:t>什么是分布式压测</a:t>
            </a:r>
            <a:endParaRPr lang="en-US" altLang="zh-CN" dirty="0" smtClean="0"/>
          </a:p>
          <a:p>
            <a:r>
              <a:rPr lang="zh-CN" altLang="en-US" dirty="0" smtClean="0"/>
              <a:t>环境配置</a:t>
            </a:r>
            <a:endParaRPr lang="en-US" altLang="zh-CN" dirty="0" smtClean="0"/>
          </a:p>
          <a:p>
            <a:r>
              <a:rPr lang="zh-CN" altLang="en-US" dirty="0" smtClean="0"/>
              <a:t>连接服务器</a:t>
            </a:r>
            <a:endParaRPr lang="en-US" altLang="zh-CN" dirty="0" smtClean="0"/>
          </a:p>
          <a:p>
            <a:r>
              <a:rPr lang="zh-CN" altLang="en-US" dirty="0" smtClean="0"/>
              <a:t>脚本分发</a:t>
            </a:r>
            <a:endParaRPr lang="en-US" altLang="zh-CN" dirty="0" smtClean="0"/>
          </a:p>
          <a:p>
            <a:r>
              <a:rPr lang="zh-CN" altLang="en-US" dirty="0" smtClean="0"/>
              <a:t>运行脚本</a:t>
            </a:r>
            <a:endParaRPr lang="en-US" altLang="zh-CN" dirty="0" smtClean="0"/>
          </a:p>
          <a:p>
            <a:r>
              <a:rPr lang="zh-CN" altLang="en-US" dirty="0" smtClean="0"/>
              <a:t>数据记录</a:t>
            </a:r>
            <a:endParaRPr lang="en-US" altLang="zh-CN" dirty="0" smtClean="0"/>
          </a:p>
          <a:p>
            <a:r>
              <a:rPr lang="zh-CN" altLang="en-US" dirty="0" smtClean="0"/>
              <a:t>异常处理</a:t>
            </a:r>
            <a:endParaRPr lang="en-US" altLang="zh-CN" dirty="0" smtClean="0"/>
          </a:p>
          <a:p>
            <a:r>
              <a:rPr lang="zh-CN" altLang="en-US" dirty="0" smtClean="0"/>
              <a:t>数据分析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35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压测的一般过程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2592925" y="2133600"/>
            <a:ext cx="8911687" cy="3777622"/>
          </a:xfrm>
        </p:spPr>
        <p:txBody>
          <a:bodyPr/>
          <a:lstStyle/>
          <a:p>
            <a:pPr marL="228600" indent="-228600">
              <a:lnSpc>
                <a:spcPct val="30000"/>
              </a:lnSpc>
              <a:buFont typeface="+mj-lt"/>
              <a:buAutoNum type="alphaLcPeriod"/>
            </a:pPr>
            <a:r>
              <a:rPr lang="en-US" altLang="zh-CN" sz="1000" b="1" dirty="0" smtClean="0">
                <a:solidFill>
                  <a:schemeClr val="bg1"/>
                </a:solidFill>
              </a:rPr>
              <a:t>                                                                                  </a:t>
            </a:r>
            <a:r>
              <a:rPr lang="en-US" altLang="zh-CN" sz="1000" b="1" dirty="0" smtClean="0">
                <a:solidFill>
                  <a:schemeClr val="bg1"/>
                </a:solidFill>
              </a:rPr>
              <a:t>3</a:t>
            </a:r>
            <a:r>
              <a:rPr lang="en-US" altLang="zh-CN" sz="1000" b="1" dirty="0">
                <a:solidFill>
                  <a:schemeClr val="bg1"/>
                </a:solidFill>
              </a:rPr>
              <a:t>.</a:t>
            </a:r>
            <a:r>
              <a:rPr lang="zh-CN" altLang="en-US" sz="1000" b="1" dirty="0">
                <a:solidFill>
                  <a:schemeClr val="bg1"/>
                </a:solidFill>
              </a:rPr>
              <a:t>项目讨论</a:t>
            </a:r>
            <a:endParaRPr lang="en-US" altLang="zh-CN" sz="1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847081517"/>
              </p:ext>
            </p:extLst>
          </p:nvPr>
        </p:nvGraphicFramePr>
        <p:xfrm>
          <a:off x="1648497" y="2459865"/>
          <a:ext cx="10071278" cy="2756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557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什么是分布式压测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需要使用</a:t>
            </a:r>
            <a:r>
              <a:rPr lang="en-US" altLang="zh-CN" dirty="0" err="1"/>
              <a:t>jmeter</a:t>
            </a:r>
            <a:r>
              <a:rPr lang="zh-CN" altLang="en-US" dirty="0"/>
              <a:t>模拟大并发的情况时，单台压测</a:t>
            </a:r>
            <a:r>
              <a:rPr lang="zh-CN" altLang="en-US" dirty="0" smtClean="0"/>
              <a:t>机达到一定并发数达不到预期值，</a:t>
            </a:r>
            <a:r>
              <a:rPr lang="zh-CN" altLang="en-US" dirty="0"/>
              <a:t>可进行分布式压测。</a:t>
            </a:r>
          </a:p>
          <a:p>
            <a:r>
              <a:rPr lang="zh-CN" altLang="en-US" dirty="0" smtClean="0"/>
              <a:t>简单</a:t>
            </a:r>
            <a:r>
              <a:rPr lang="zh-CN" altLang="en-US" dirty="0"/>
              <a:t>来说就是，多台机器同时安装</a:t>
            </a:r>
            <a:r>
              <a:rPr lang="en-US" altLang="zh-CN" dirty="0" err="1"/>
              <a:t>jmeter</a:t>
            </a:r>
            <a:r>
              <a:rPr lang="zh-CN" altLang="en-US" dirty="0"/>
              <a:t>，选择一台机器作为调度机，其他作为压力机。进行相应的配置后，就可以用调度机操控压力机发起请求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505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graphicFrame>
        <p:nvGraphicFramePr>
          <p:cNvPr id="11" name="内容占位符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178387"/>
              </p:ext>
            </p:extLst>
          </p:nvPr>
        </p:nvGraphicFramePr>
        <p:xfrm>
          <a:off x="2589212" y="1390918"/>
          <a:ext cx="8915400" cy="4520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163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连接服务器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连接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en-US" altLang="zh-CN" dirty="0" err="1"/>
              <a:t>windows+r</a:t>
            </a:r>
            <a:r>
              <a:rPr lang="zh-CN" altLang="en-US" dirty="0"/>
              <a:t>，输入</a:t>
            </a:r>
            <a:r>
              <a:rPr lang="en-US" altLang="zh-CN" dirty="0" err="1"/>
              <a:t>mstsc</a:t>
            </a:r>
            <a:r>
              <a:rPr lang="zh-CN" altLang="en-US" dirty="0"/>
              <a:t>。输入服务器地址及密码进行连接。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连接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服务器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安装</a:t>
            </a:r>
            <a:r>
              <a:rPr lang="en-US" altLang="zh-CN" dirty="0" err="1" smtClean="0"/>
              <a:t>xshell</a:t>
            </a:r>
            <a:r>
              <a:rPr lang="en-US" altLang="zh-CN" dirty="0" smtClean="0"/>
              <a:t>,</a:t>
            </a:r>
            <a:r>
              <a:rPr lang="zh-CN" altLang="en-US" dirty="0" smtClean="0"/>
              <a:t>登录堡垒机，用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命令进行操作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20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脚本分发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手动上传至各个子机（效率低）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上传至</a:t>
            </a:r>
            <a:r>
              <a:rPr lang="en-US" altLang="zh-CN" dirty="0" smtClean="0"/>
              <a:t>SVN</a:t>
            </a:r>
            <a:r>
              <a:rPr lang="zh-CN" altLang="en-US" dirty="0" smtClean="0"/>
              <a:t>目录  </a:t>
            </a:r>
            <a:r>
              <a:rPr lang="en-US" altLang="zh-CN" dirty="0">
                <a:hlinkClick r:id="rId2"/>
              </a:rPr>
              <a:t>http://</a:t>
            </a:r>
            <a:r>
              <a:rPr lang="en-US" altLang="zh-CN" dirty="0" smtClean="0">
                <a:hlinkClick r:id="rId2"/>
              </a:rPr>
              <a:t>svn.xin.com/QA/usedcar/jmeter/script</a:t>
            </a:r>
            <a:r>
              <a:rPr lang="zh-CN" altLang="en-US" dirty="0" smtClean="0"/>
              <a:t>，通过</a:t>
            </a:r>
            <a:r>
              <a:rPr lang="en-US" altLang="zh-CN" dirty="0" err="1" smtClean="0"/>
              <a:t>jekins</a:t>
            </a:r>
            <a:r>
              <a:rPr lang="zh-CN" altLang="en-US" dirty="0" smtClean="0"/>
              <a:t>分发到子机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通过在</a:t>
            </a:r>
            <a:r>
              <a:rPr lang="en-US" altLang="zh-CN" dirty="0" err="1" smtClean="0"/>
              <a:t>ansible</a:t>
            </a:r>
            <a:r>
              <a:rPr lang="zh-CN" altLang="en-US" dirty="0" smtClean="0"/>
              <a:t>主机执行命令，</a:t>
            </a:r>
            <a:r>
              <a:rPr lang="zh-CN" altLang="en-US" dirty="0"/>
              <a:t>上传到子</a:t>
            </a:r>
            <a:r>
              <a:rPr lang="zh-CN" altLang="en-US" dirty="0" smtClean="0"/>
              <a:t>机（只能在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服务器执行）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</a:t>
            </a:r>
            <a:r>
              <a:rPr lang="en-US" altLang="zh-CN" dirty="0" err="1" smtClean="0"/>
              <a:t>ansible</a:t>
            </a:r>
            <a:r>
              <a:rPr lang="en-US" altLang="zh-CN" dirty="0" smtClean="0"/>
              <a:t> </a:t>
            </a:r>
            <a:r>
              <a:rPr lang="en-US" altLang="zh-CN" dirty="0"/>
              <a:t>client -m copy -a "</a:t>
            </a:r>
            <a:r>
              <a:rPr lang="en-US" altLang="zh-CN" dirty="0" err="1"/>
              <a:t>src</a:t>
            </a:r>
            <a:r>
              <a:rPr lang="en-US" altLang="zh-CN" dirty="0"/>
              <a:t>=/home/test.sh </a:t>
            </a:r>
            <a:r>
              <a:rPr lang="en-US" altLang="zh-CN" dirty="0" err="1"/>
              <a:t>dest</a:t>
            </a:r>
            <a:r>
              <a:rPr lang="en-US" altLang="zh-CN" dirty="0"/>
              <a:t>=/</a:t>
            </a:r>
            <a:r>
              <a:rPr lang="en-US" altLang="zh-CN" dirty="0" err="1"/>
              <a:t>tmp</a:t>
            </a:r>
            <a:r>
              <a:rPr lang="en-US" altLang="zh-CN" dirty="0" smtClean="0"/>
              <a:t>/"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86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运行脚本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1.GUI</a:t>
            </a:r>
            <a:r>
              <a:rPr lang="zh-CN" altLang="en-US" dirty="0" smtClean="0"/>
              <a:t>模式运行</a:t>
            </a:r>
            <a:endParaRPr lang="zh-CN" altLang="en-US" dirty="0"/>
          </a:p>
        </p:txBody>
      </p:sp>
      <p:pic>
        <p:nvPicPr>
          <p:cNvPr id="6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12" y="2610119"/>
            <a:ext cx="6939512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180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运行脚本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命令行运行  可输出详细的压测报告，并缩减系统资源占用</a:t>
            </a:r>
            <a:endParaRPr lang="en-US" altLang="zh-CN" dirty="0" smtClean="0"/>
          </a:p>
          <a:p>
            <a:pPr marL="0" indent="0">
              <a:buNone/>
            </a:pPr>
            <a:r>
              <a:rPr lang="pt-BR" altLang="zh-CN" dirty="0" smtClean="0"/>
              <a:t>     jmeter </a:t>
            </a:r>
            <a:r>
              <a:rPr lang="pt-BR" altLang="zh-CN" dirty="0"/>
              <a:t>-n -t sousuo.jmx -r -l c:\sousuo_2bei.jtl -e -o c:\</a:t>
            </a:r>
            <a:r>
              <a:rPr lang="pt-BR" altLang="zh-CN" dirty="0" smtClean="0"/>
              <a:t>sousuo_2bei</a:t>
            </a:r>
          </a:p>
          <a:p>
            <a:pPr marL="0" indent="0">
              <a:buNone/>
            </a:pPr>
            <a:r>
              <a:rPr lang="en-US" altLang="zh-CN" dirty="0" smtClean="0"/>
              <a:t>     -</a:t>
            </a:r>
            <a:r>
              <a:rPr lang="en-US" altLang="zh-CN" dirty="0"/>
              <a:t>n </a:t>
            </a:r>
            <a:r>
              <a:rPr lang="zh-CN" altLang="en-US" dirty="0"/>
              <a:t>非 </a:t>
            </a:r>
            <a:r>
              <a:rPr lang="en-US" altLang="zh-CN" dirty="0"/>
              <a:t>GUI </a:t>
            </a:r>
            <a:r>
              <a:rPr lang="zh-CN" altLang="en-US" dirty="0"/>
              <a:t>模式 </a:t>
            </a:r>
            <a:r>
              <a:rPr lang="en-US" altLang="zh-CN" dirty="0"/>
              <a:t>-&gt; </a:t>
            </a:r>
            <a:r>
              <a:rPr lang="zh-CN" altLang="en-US" dirty="0"/>
              <a:t>在非 </a:t>
            </a:r>
            <a:r>
              <a:rPr lang="en-US" altLang="zh-CN" dirty="0"/>
              <a:t>GUI </a:t>
            </a:r>
            <a:r>
              <a:rPr lang="zh-CN" altLang="en-US" dirty="0"/>
              <a:t>模式下运行 </a:t>
            </a:r>
            <a:r>
              <a:rPr lang="en-US" altLang="zh-CN" dirty="0" err="1"/>
              <a:t>JMeter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-</a:t>
            </a:r>
            <a:r>
              <a:rPr lang="en-US" altLang="zh-CN" dirty="0"/>
              <a:t>t </a:t>
            </a:r>
            <a:r>
              <a:rPr lang="zh-CN" altLang="en-US" dirty="0"/>
              <a:t>测试文件 </a:t>
            </a:r>
            <a:r>
              <a:rPr lang="en-US" altLang="zh-CN" dirty="0"/>
              <a:t>-&gt; </a:t>
            </a:r>
            <a:r>
              <a:rPr lang="zh-CN" altLang="en-US" dirty="0"/>
              <a:t>要运行的 </a:t>
            </a:r>
            <a:r>
              <a:rPr lang="en-US" altLang="zh-CN" dirty="0" err="1"/>
              <a:t>JMeter</a:t>
            </a:r>
            <a:r>
              <a:rPr lang="en-US" altLang="zh-CN" dirty="0"/>
              <a:t> </a:t>
            </a:r>
            <a:r>
              <a:rPr lang="zh-CN" altLang="en-US" dirty="0"/>
              <a:t>测试脚本文件</a:t>
            </a:r>
          </a:p>
          <a:p>
            <a:pPr marL="0" indent="0">
              <a:buNone/>
            </a:pPr>
            <a:r>
              <a:rPr lang="en-US" altLang="zh-CN" dirty="0" smtClean="0"/>
              <a:t>     -</a:t>
            </a:r>
            <a:r>
              <a:rPr lang="en-US" altLang="zh-CN" dirty="0"/>
              <a:t>l </a:t>
            </a:r>
            <a:r>
              <a:rPr lang="zh-CN" altLang="en-US" dirty="0"/>
              <a:t>日志文件 </a:t>
            </a:r>
            <a:r>
              <a:rPr lang="en-US" altLang="zh-CN" dirty="0"/>
              <a:t>-&gt; </a:t>
            </a:r>
            <a:r>
              <a:rPr lang="zh-CN" altLang="en-US" dirty="0"/>
              <a:t>记录结果的文件</a:t>
            </a:r>
          </a:p>
          <a:p>
            <a:pPr marL="0" indent="0">
              <a:buNone/>
            </a:pPr>
            <a:r>
              <a:rPr lang="en-US" altLang="zh-CN" dirty="0" smtClean="0"/>
              <a:t>     -</a:t>
            </a:r>
            <a:r>
              <a:rPr lang="en-US" altLang="zh-CN" dirty="0"/>
              <a:t>r </a:t>
            </a:r>
            <a:r>
              <a:rPr lang="zh-CN" altLang="en-US" dirty="0"/>
              <a:t>远程执行 </a:t>
            </a:r>
            <a:r>
              <a:rPr lang="en-US" altLang="zh-CN" dirty="0" smtClean="0"/>
              <a:t>-&gt; </a:t>
            </a:r>
            <a:r>
              <a:rPr lang="zh-CN" altLang="en-US" dirty="0" smtClean="0"/>
              <a:t>启动</a:t>
            </a:r>
            <a:r>
              <a:rPr lang="zh-CN" altLang="en-US" dirty="0"/>
              <a:t>远程</a:t>
            </a:r>
            <a:r>
              <a:rPr lang="zh-CN" altLang="en-US" dirty="0" smtClean="0"/>
              <a:t>服务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-e –o </a:t>
            </a:r>
            <a:r>
              <a:rPr lang="zh-CN" altLang="en-US" dirty="0" smtClean="0"/>
              <a:t>保存路径 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文件的保存路径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938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运行脚本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虚拟用户数提升，逐步增压。需修改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脚本，并重新分发到服务器并运行</a:t>
            </a:r>
            <a:endParaRPr lang="en-US" altLang="zh-CN" dirty="0" smtClean="0"/>
          </a:p>
          <a:p>
            <a:r>
              <a:rPr lang="zh-CN" altLang="en-US" dirty="0" smtClean="0"/>
              <a:t>开始运行后，需确认压力机的线程数是否服务预期值</a:t>
            </a:r>
            <a:endParaRPr lang="en-US" altLang="zh-CN" dirty="0" smtClean="0"/>
          </a:p>
          <a:p>
            <a:r>
              <a:rPr lang="zh-CN" altLang="en-US" dirty="0" smtClean="0"/>
              <a:t>每次执行脚本过程中，记录运维和研发监控的数据和异常情况。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如</a:t>
            </a:r>
            <a:r>
              <a:rPr lang="en-US" altLang="zh-CN" dirty="0"/>
              <a:t>CPU</a:t>
            </a:r>
            <a:r>
              <a:rPr lang="zh-CN" altLang="en-US" dirty="0"/>
              <a:t>使用率，带宽使用情况，缓存是否异常</a:t>
            </a:r>
            <a:r>
              <a:rPr lang="zh-CN" altLang="en-US" dirty="0" smtClean="0"/>
              <a:t>等等</a:t>
            </a:r>
            <a:endParaRPr lang="en-US" altLang="zh-CN" dirty="0" smtClean="0"/>
          </a:p>
          <a:p>
            <a:r>
              <a:rPr lang="zh-CN" altLang="en-US" dirty="0" smtClean="0"/>
              <a:t>脚本运行结束后，记录生成</a:t>
            </a:r>
            <a:r>
              <a:rPr lang="en-US" altLang="zh-CN" dirty="0" smtClean="0"/>
              <a:t>html</a:t>
            </a:r>
            <a:r>
              <a:rPr lang="zh-CN" altLang="en-US" dirty="0" smtClean="0"/>
              <a:t>报告中的必要数据，如错误率，平均响应时间，每秒请求数等等。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173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在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服务器上重启</a:t>
            </a:r>
            <a:r>
              <a:rPr lang="en-US" altLang="zh-CN" dirty="0" err="1" smtClean="0"/>
              <a:t>jmeter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1.</a:t>
            </a:r>
            <a:r>
              <a:rPr lang="zh-CN" altLang="en-US" dirty="0" smtClean="0"/>
              <a:t>查询</a:t>
            </a:r>
            <a:r>
              <a:rPr lang="en-US" altLang="zh-CN" dirty="0" err="1" smtClean="0"/>
              <a:t>jmeter</a:t>
            </a:r>
            <a:r>
              <a:rPr lang="en-US" altLang="zh-CN" dirty="0" smtClean="0"/>
              <a:t>-server</a:t>
            </a:r>
            <a:r>
              <a:rPr lang="zh-CN" altLang="en-US" dirty="0" smtClean="0"/>
              <a:t>进程</a:t>
            </a:r>
            <a:r>
              <a:rPr lang="en-US" altLang="zh-CN" dirty="0" smtClean="0"/>
              <a:t>id: </a:t>
            </a:r>
            <a:r>
              <a:rPr lang="en-US" altLang="zh-CN" dirty="0" err="1" smtClean="0"/>
              <a:t>ps</a:t>
            </a:r>
            <a:r>
              <a:rPr lang="en-US" altLang="zh-CN" dirty="0" smtClean="0"/>
              <a:t> –</a:t>
            </a:r>
            <a:r>
              <a:rPr lang="en-US" altLang="zh-CN" dirty="0" err="1" smtClean="0"/>
              <a:t>ef</a:t>
            </a:r>
            <a:r>
              <a:rPr lang="en-US" altLang="zh-CN" dirty="0" smtClean="0"/>
              <a:t> |grep </a:t>
            </a:r>
            <a:r>
              <a:rPr lang="en-US" altLang="zh-CN" dirty="0" err="1" smtClean="0"/>
              <a:t>jmeter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2.kill -9 </a:t>
            </a:r>
            <a:r>
              <a:rPr lang="en-US" altLang="zh-CN" dirty="0" err="1" smtClean="0"/>
              <a:t>pid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3.</a:t>
            </a:r>
            <a:r>
              <a:rPr lang="zh-CN" altLang="en-US" dirty="0" smtClean="0"/>
              <a:t>新建</a:t>
            </a:r>
            <a:r>
              <a:rPr lang="en-US" altLang="zh-CN" dirty="0" smtClean="0"/>
              <a:t>screen : screen –S </a:t>
            </a:r>
            <a:r>
              <a:rPr lang="en-US" altLang="zh-CN" dirty="0" err="1" smtClean="0"/>
              <a:t>jmeter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4. </a:t>
            </a:r>
            <a:r>
              <a:rPr lang="zh-CN" altLang="en-US" dirty="0" smtClean="0"/>
              <a:t>进入</a:t>
            </a:r>
            <a:r>
              <a:rPr lang="en-US" altLang="zh-CN" dirty="0" err="1" smtClean="0"/>
              <a:t>jmeter</a:t>
            </a:r>
            <a:r>
              <a:rPr lang="en-US" altLang="zh-CN" dirty="0" smtClean="0"/>
              <a:t> bin </a:t>
            </a:r>
            <a:r>
              <a:rPr lang="zh-CN" altLang="en-US" dirty="0" smtClean="0"/>
              <a:t>目录  </a:t>
            </a:r>
            <a:r>
              <a:rPr lang="en-US" altLang="zh-CN" dirty="0" smtClean="0"/>
              <a:t>cd/home/yxp/apache-jmeter-4.0/bin/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5.</a:t>
            </a:r>
            <a:r>
              <a:rPr lang="zh-CN" altLang="en-US" dirty="0" smtClean="0"/>
              <a:t>执行 </a:t>
            </a:r>
            <a:r>
              <a:rPr lang="en-US" altLang="zh-CN" dirty="0" smtClean="0"/>
              <a:t>./</a:t>
            </a:r>
            <a:r>
              <a:rPr lang="en-US" altLang="zh-CN" dirty="0" err="1" smtClean="0"/>
              <a:t>jmeter</a:t>
            </a:r>
            <a:r>
              <a:rPr lang="en-US" altLang="zh-CN" dirty="0" smtClean="0"/>
              <a:t>-server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6.</a:t>
            </a:r>
            <a:r>
              <a:rPr lang="zh-CN" altLang="en-US" dirty="0" smtClean="0"/>
              <a:t>按</a:t>
            </a:r>
            <a:r>
              <a:rPr lang="en-US" altLang="zh-CN" dirty="0" smtClean="0"/>
              <a:t>ctrl +A +D  </a:t>
            </a:r>
            <a:r>
              <a:rPr lang="zh-CN" altLang="en-US" dirty="0" smtClean="0"/>
              <a:t>使</a:t>
            </a:r>
            <a:r>
              <a:rPr lang="en-US" altLang="zh-CN" dirty="0" smtClean="0"/>
              <a:t>screen</a:t>
            </a:r>
            <a:r>
              <a:rPr lang="zh-CN" altLang="en-US" dirty="0" smtClean="0"/>
              <a:t>保持后台运行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514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600" dirty="0" smtClean="0"/>
              <a:t>    1.</a:t>
            </a:r>
            <a:r>
              <a:rPr lang="zh-CN" altLang="en-US" sz="1600" dirty="0" smtClean="0"/>
              <a:t>批量重启，执行：</a:t>
            </a:r>
            <a:r>
              <a:rPr lang="en-US" altLang="zh-CN" sz="1600" dirty="0" err="1" smtClean="0"/>
              <a:t>ansible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client -m </a:t>
            </a:r>
            <a:r>
              <a:rPr lang="en-US" altLang="zh-CN" sz="1600" dirty="0" smtClean="0"/>
              <a:t>script </a:t>
            </a:r>
            <a:r>
              <a:rPr lang="en-US" altLang="zh-CN" sz="1600" dirty="0"/>
              <a:t>-a "/</a:t>
            </a:r>
            <a:r>
              <a:rPr lang="en-US" altLang="zh-CN" sz="1600" dirty="0" smtClean="0"/>
              <a:t>home/yxp/daqi.sh“</a:t>
            </a:r>
          </a:p>
          <a:p>
            <a:pPr marL="0" indent="0">
              <a:buNone/>
            </a:pPr>
            <a:r>
              <a:rPr lang="zh-CN" altLang="en-US" sz="1600" dirty="0" smtClean="0"/>
              <a:t>    </a:t>
            </a:r>
            <a:r>
              <a:rPr lang="en-US" altLang="zh-CN" sz="1600" dirty="0" smtClean="0"/>
              <a:t>2.</a:t>
            </a:r>
            <a:r>
              <a:rPr lang="zh-CN" altLang="en-US" sz="1600" dirty="0" smtClean="0"/>
              <a:t>查看</a:t>
            </a:r>
            <a:r>
              <a:rPr lang="zh-CN" altLang="en-US" sz="1600" dirty="0"/>
              <a:t>是否重启</a:t>
            </a:r>
            <a:r>
              <a:rPr lang="zh-CN" altLang="en-US" sz="1600" dirty="0" smtClean="0"/>
              <a:t>成功 ：</a:t>
            </a:r>
            <a:r>
              <a:rPr lang="en-US" altLang="zh-CN" sz="1600" dirty="0" err="1" smtClean="0"/>
              <a:t>ansible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client -m raw -a '</a:t>
            </a:r>
            <a:r>
              <a:rPr lang="en-US" altLang="zh-CN" sz="1600" dirty="0" err="1"/>
              <a:t>ps</a:t>
            </a:r>
            <a:r>
              <a:rPr lang="en-US" altLang="zh-CN" sz="1600" dirty="0"/>
              <a:t> -</a:t>
            </a:r>
            <a:r>
              <a:rPr lang="en-US" altLang="zh-CN" sz="1600" dirty="0" err="1"/>
              <a:t>ef</a:t>
            </a:r>
            <a:r>
              <a:rPr lang="en-US" altLang="zh-CN" sz="1600" dirty="0"/>
              <a:t> |grep </a:t>
            </a:r>
            <a:r>
              <a:rPr lang="en-US" altLang="zh-CN" sz="1600" dirty="0" err="1"/>
              <a:t>jmeter</a:t>
            </a:r>
            <a:r>
              <a:rPr lang="en-US" altLang="zh-CN" sz="1600" dirty="0"/>
              <a:t> |grep -v grep '</a:t>
            </a:r>
          </a:p>
          <a:p>
            <a:pPr marL="0" indent="0">
              <a:buNone/>
            </a:pPr>
            <a:r>
              <a:rPr lang="en-US" altLang="zh-CN" sz="1600" dirty="0" smtClean="0"/>
              <a:t>    3.</a:t>
            </a:r>
            <a:r>
              <a:rPr lang="zh-CN" altLang="en-US" sz="1600" dirty="0" smtClean="0"/>
              <a:t>查看</a:t>
            </a:r>
            <a:r>
              <a:rPr lang="en-US" altLang="zh-CN" sz="1600" dirty="0" err="1"/>
              <a:t>jmeter</a:t>
            </a:r>
            <a:r>
              <a:rPr lang="zh-CN" altLang="en-US" sz="1600" dirty="0"/>
              <a:t>线程</a:t>
            </a:r>
            <a:r>
              <a:rPr lang="zh-CN" altLang="en-US" sz="1600" dirty="0" smtClean="0"/>
              <a:t>数：</a:t>
            </a:r>
            <a:r>
              <a:rPr lang="en-US" altLang="zh-CN" sz="1600" dirty="0" err="1" smtClean="0"/>
              <a:t>ansible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client -m script -a "/home/yxp/count_jmeter.sh"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302" y="3348565"/>
            <a:ext cx="5125790" cy="31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7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数据记录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925" y="1635617"/>
            <a:ext cx="8711689" cy="438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2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sz="4000" dirty="0"/>
              <a:t> </a:t>
            </a:r>
            <a:r>
              <a:rPr lang="en-US" altLang="zh-CN" sz="4000" dirty="0" smtClean="0"/>
              <a:t>                    </a:t>
            </a:r>
            <a:r>
              <a:rPr lang="zh-CN" altLang="en-US" sz="4000" dirty="0" smtClean="0"/>
              <a:t>谢谢！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44241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13289</TotalTime>
  <Words>709</Words>
  <Application>Microsoft Office PowerPoint</Application>
  <PresentationFormat>宽屏</PresentationFormat>
  <Paragraphs>87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幼圆</vt:lpstr>
      <vt:lpstr>Arial</vt:lpstr>
      <vt:lpstr>Century Gothic</vt:lpstr>
      <vt:lpstr>Wingdings 3</vt:lpstr>
      <vt:lpstr>丝状</vt:lpstr>
      <vt:lpstr>    分布式压测流程介绍</vt:lpstr>
      <vt:lpstr>目录</vt:lpstr>
      <vt:lpstr>压测的一般过程</vt:lpstr>
      <vt:lpstr>什么是分布式压测 </vt:lpstr>
      <vt:lpstr>环境配置</vt:lpstr>
      <vt:lpstr>连接服务器</vt:lpstr>
      <vt:lpstr>脚本分发</vt:lpstr>
      <vt:lpstr>运行脚本</vt:lpstr>
      <vt:lpstr>运行脚本</vt:lpstr>
      <vt:lpstr>运行脚本</vt:lpstr>
      <vt:lpstr>异常处理（1）</vt:lpstr>
      <vt:lpstr>异常处理（2）</vt:lpstr>
      <vt:lpstr>数据记录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接口测试工具分享-postman</dc:title>
  <dc:creator>王娜娜</dc:creator>
  <cp:lastModifiedBy>肖瑶</cp:lastModifiedBy>
  <cp:revision>125</cp:revision>
  <dcterms:created xsi:type="dcterms:W3CDTF">2016-07-25T03:43:57Z</dcterms:created>
  <dcterms:modified xsi:type="dcterms:W3CDTF">2018-12-25T09:36:42Z</dcterms:modified>
</cp:coreProperties>
</file>
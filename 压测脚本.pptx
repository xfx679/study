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74" r:id="rId10"/>
    <p:sldId id="275" r:id="rId11"/>
    <p:sldId id="276" r:id="rId12"/>
    <p:sldId id="277" r:id="rId13"/>
    <p:sldId id="266" r:id="rId14"/>
    <p:sldId id="278" r:id="rId15"/>
    <p:sldId id="279" r:id="rId16"/>
    <p:sldId id="281" r:id="rId17"/>
    <p:sldId id="280" r:id="rId18"/>
    <p:sldId id="282" r:id="rId19"/>
    <p:sldId id="28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-盖洪伟" initials="v" lastIdx="1" clrIdx="0">
    <p:extLst>
      <p:ext uri="{19B8F6BF-5375-455C-9EA6-DF929625EA0E}">
        <p15:presenceInfo xmlns:p15="http://schemas.microsoft.com/office/powerpoint/2012/main" userId="S-1-5-21-1610364701-1056134043-532269710-474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78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7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8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7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59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50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0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59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34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29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163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41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8881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476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90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15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2D63D-29FE-44EA-B9E2-A911676A1BF1}" type="datetimeFigureOut">
              <a:rPr lang="zh-CN" altLang="en-US" smtClean="0"/>
              <a:t>2018/12/12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A77460-DF9D-4BBE-88DB-92522F2DC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75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ncrk.com/downinfo/182708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cncrk.com/downinfo/236710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7067" y="1542198"/>
            <a:ext cx="5726246" cy="1392072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3">
                    <a:lumMod val="75000"/>
                  </a:schemeClr>
                </a:solidFill>
              </a:rPr>
              <a:t>压测脚本编写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39488" y="3671248"/>
            <a:ext cx="2197288" cy="805218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盖洪伟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2960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423916"/>
          </a:xfrm>
        </p:spPr>
        <p:txBody>
          <a:bodyPr>
            <a:normAutofit fontScale="90000"/>
          </a:bodyPr>
          <a:lstStyle/>
          <a:p>
            <a:r>
              <a:rPr lang="zh-CN" altLang="en-US" sz="4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搭建</a:t>
            </a:r>
            <a:r>
              <a:rPr lang="en-US" altLang="zh-CN" sz="49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Jmeter</a:t>
            </a:r>
            <a:r>
              <a:rPr lang="zh-CN" altLang="en-US" sz="4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压测环境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第一步：下载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</a:rPr>
              <a:t>jdk1.8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160589"/>
            <a:ext cx="8917042" cy="3880773"/>
          </a:xfrm>
        </p:spPr>
        <p:txBody>
          <a:bodyPr/>
          <a:lstStyle/>
          <a:p>
            <a:r>
              <a:rPr lang="zh-CN" altLang="en-US" dirty="0" smtClean="0"/>
              <a:t>网址：</a:t>
            </a:r>
            <a:r>
              <a:rPr lang="en-US" altLang="zh-CN" dirty="0">
                <a:hlinkClick r:id="rId2"/>
              </a:rPr>
              <a:t>http://</a:t>
            </a:r>
            <a:r>
              <a:rPr lang="en-US" altLang="zh-CN" dirty="0" smtClean="0">
                <a:hlinkClick r:id="rId2"/>
              </a:rPr>
              <a:t>www.cncrk.com/downinfo/182708.html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下载完成后，一路下一步，进行</a:t>
            </a:r>
            <a:r>
              <a:rPr lang="en-US" altLang="zh-CN" dirty="0" err="1" smtClean="0"/>
              <a:t>jdk</a:t>
            </a:r>
            <a:r>
              <a:rPr lang="zh-CN" altLang="en-US" dirty="0" smtClean="0"/>
              <a:t>的安装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安装完成后，配置环境变量</a:t>
            </a:r>
            <a:endParaRPr lang="en-US" altLang="zh-CN" dirty="0" smtClean="0"/>
          </a:p>
          <a:p>
            <a:r>
              <a:rPr lang="en-US" altLang="zh-CN" dirty="0" smtClean="0"/>
              <a:t>2.1</a:t>
            </a:r>
            <a:r>
              <a:rPr lang="zh-CN" altLang="en-US" dirty="0" smtClean="0"/>
              <a:t>桌面</a:t>
            </a:r>
            <a:r>
              <a:rPr lang="zh-CN" altLang="en-US" dirty="0"/>
              <a:t>上选择“我的电脑”</a:t>
            </a:r>
            <a:r>
              <a:rPr lang="en-US" altLang="zh-CN" dirty="0"/>
              <a:t>(</a:t>
            </a:r>
            <a:r>
              <a:rPr lang="zh-CN" altLang="en-US" dirty="0"/>
              <a:t>右键</a:t>
            </a:r>
            <a:r>
              <a:rPr lang="en-US" altLang="zh-CN" dirty="0"/>
              <a:t>),</a:t>
            </a:r>
            <a:r>
              <a:rPr lang="zh-CN" altLang="en-US" dirty="0"/>
              <a:t>高级</a:t>
            </a:r>
            <a:r>
              <a:rPr lang="en-US" altLang="zh-CN" dirty="0"/>
              <a:t>, </a:t>
            </a:r>
            <a:r>
              <a:rPr lang="zh-CN" altLang="en-US" dirty="0"/>
              <a:t>环境变量</a:t>
            </a:r>
            <a:r>
              <a:rPr lang="en-US" altLang="zh-CN" dirty="0"/>
              <a:t>, </a:t>
            </a:r>
            <a:r>
              <a:rPr lang="zh-CN" altLang="en-US" dirty="0"/>
              <a:t>在“系统变量”</a:t>
            </a:r>
            <a:r>
              <a:rPr lang="en-US" altLang="zh-CN" dirty="0"/>
              <a:t>---&gt;“</a:t>
            </a:r>
            <a:r>
              <a:rPr lang="zh-CN" altLang="en-US" dirty="0"/>
              <a:t>新建”</a:t>
            </a:r>
            <a:r>
              <a:rPr lang="en-US" altLang="zh-CN" dirty="0" smtClean="0"/>
              <a:t>,</a:t>
            </a:r>
          </a:p>
          <a:p>
            <a:r>
              <a:rPr lang="en-US" altLang="zh-CN" dirty="0" smtClean="0"/>
              <a:t>2.2</a:t>
            </a:r>
            <a:r>
              <a:rPr lang="zh-CN" altLang="en-US" dirty="0" smtClean="0"/>
              <a:t>在</a:t>
            </a:r>
            <a:r>
              <a:rPr lang="zh-CN" altLang="en-US" dirty="0"/>
              <a:t>变量名中输入：</a:t>
            </a:r>
            <a:r>
              <a:rPr lang="en-US" altLang="zh-CN" dirty="0"/>
              <a:t>JAVA_HOME</a:t>
            </a:r>
            <a:r>
              <a:rPr lang="zh-CN" altLang="en-US" dirty="0"/>
              <a:t>，变量中输入</a:t>
            </a:r>
            <a:r>
              <a:rPr lang="zh-CN" altLang="en-US" dirty="0" smtClean="0"/>
              <a:t>：</a:t>
            </a:r>
            <a:r>
              <a:rPr lang="en-US" altLang="zh-CN" dirty="0"/>
              <a:t>C:\Program Files\Java\jdk1.8.0_161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en-US" altLang="zh-CN" dirty="0" smtClean="0"/>
              <a:t>2.3</a:t>
            </a:r>
            <a:r>
              <a:rPr lang="zh-CN" altLang="en-US" dirty="0" smtClean="0"/>
              <a:t>修改</a:t>
            </a:r>
            <a:r>
              <a:rPr lang="en-US" altLang="zh-CN" dirty="0"/>
              <a:t>PATH</a:t>
            </a:r>
            <a:r>
              <a:rPr lang="zh-CN" altLang="en-US" dirty="0"/>
              <a:t>变量，添加</a:t>
            </a:r>
            <a:r>
              <a:rPr lang="en-US" altLang="zh-CN" dirty="0"/>
              <a:t>%JAVA_HOME%/bin</a:t>
            </a:r>
            <a:r>
              <a:rPr lang="zh-CN" altLang="en-US" dirty="0"/>
              <a:t>；然后确定即可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检查</a:t>
            </a:r>
            <a:r>
              <a:rPr lang="en-US" altLang="zh-CN" dirty="0" err="1" smtClean="0"/>
              <a:t>jdk</a:t>
            </a:r>
            <a:r>
              <a:rPr lang="zh-CN" altLang="en-US" dirty="0" smtClean="0"/>
              <a:t>是否安装成功，</a:t>
            </a:r>
            <a:r>
              <a:rPr lang="en-US" altLang="zh-CN" dirty="0" smtClean="0"/>
              <a:t>dos</a:t>
            </a:r>
            <a:r>
              <a:rPr lang="zh-CN" altLang="en-US" dirty="0" smtClean="0"/>
              <a:t>窗口，输入</a:t>
            </a:r>
            <a:r>
              <a:rPr lang="en-US" altLang="zh-CN" dirty="0" smtClean="0"/>
              <a:t>java –version</a:t>
            </a:r>
            <a:r>
              <a:rPr lang="zh-CN" altLang="en-US" dirty="0" smtClean="0"/>
              <a:t>，出现下图即安装配置成功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946" y="5266079"/>
            <a:ext cx="7795530" cy="12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7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96036"/>
            <a:ext cx="8596668" cy="641445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chemeClr val="accent4">
                    <a:lumMod val="50000"/>
                  </a:schemeClr>
                </a:solidFill>
              </a:rPr>
              <a:t>第二步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</a:rPr>
              <a:t>：</a:t>
            </a:r>
            <a:r>
              <a:rPr lang="zh-CN" altLang="en-US" sz="2400" dirty="0" smtClean="0">
                <a:solidFill>
                  <a:schemeClr val="accent4">
                    <a:lumMod val="50000"/>
                  </a:schemeClr>
                </a:solidFill>
              </a:rPr>
              <a:t>下载</a:t>
            </a:r>
            <a:r>
              <a:rPr lang="en-US" altLang="zh-CN" sz="2200" dirty="0" err="1" smtClean="0">
                <a:solidFill>
                  <a:schemeClr val="accent4">
                    <a:lumMod val="50000"/>
                  </a:schemeClr>
                </a:solidFill>
              </a:rPr>
              <a:t>jmeter</a:t>
            </a:r>
            <a:endParaRPr lang="zh-CN" altLang="en-US" sz="2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337481"/>
            <a:ext cx="8903394" cy="4703881"/>
          </a:xfrm>
        </p:spPr>
        <p:txBody>
          <a:bodyPr/>
          <a:lstStyle/>
          <a:p>
            <a:r>
              <a:rPr lang="zh-CN" altLang="en-US" dirty="0" smtClean="0"/>
              <a:t>网址：</a:t>
            </a:r>
            <a:r>
              <a:rPr lang="en-US" altLang="zh-CN" dirty="0">
                <a:hlinkClick r:id="rId2"/>
              </a:rPr>
              <a:t>http://</a:t>
            </a:r>
            <a:r>
              <a:rPr lang="en-US" altLang="zh-CN" dirty="0" smtClean="0">
                <a:hlinkClick r:id="rId2"/>
              </a:rPr>
              <a:t>www.cncrk.com/downinfo/236710.html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下载完后，解压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配置</a:t>
            </a:r>
            <a:r>
              <a:rPr lang="en-US" altLang="zh-CN" dirty="0" err="1" smtClean="0"/>
              <a:t>jmter</a:t>
            </a:r>
            <a:r>
              <a:rPr lang="zh-CN" altLang="en-US" dirty="0" smtClean="0"/>
              <a:t>环境变量</a:t>
            </a:r>
            <a:endParaRPr lang="en-US" altLang="zh-CN" dirty="0" smtClean="0"/>
          </a:p>
          <a:p>
            <a:r>
              <a:rPr lang="en-US" altLang="zh-CN" dirty="0" smtClean="0"/>
              <a:t>2.1</a:t>
            </a:r>
            <a:r>
              <a:rPr lang="zh-CN" altLang="en-US" dirty="0" smtClean="0"/>
              <a:t>桌面</a:t>
            </a:r>
            <a:r>
              <a:rPr lang="zh-CN" altLang="en-US" dirty="0"/>
              <a:t>上选择“我的电脑”</a:t>
            </a:r>
            <a:r>
              <a:rPr lang="en-US" altLang="zh-CN" dirty="0"/>
              <a:t>(</a:t>
            </a:r>
            <a:r>
              <a:rPr lang="zh-CN" altLang="en-US" dirty="0"/>
              <a:t>右键</a:t>
            </a:r>
            <a:r>
              <a:rPr lang="en-US" altLang="zh-CN" dirty="0"/>
              <a:t>),</a:t>
            </a:r>
            <a:r>
              <a:rPr lang="zh-CN" altLang="en-US" dirty="0"/>
              <a:t>高级</a:t>
            </a:r>
            <a:r>
              <a:rPr lang="en-US" altLang="zh-CN" dirty="0"/>
              <a:t>, </a:t>
            </a:r>
            <a:r>
              <a:rPr lang="zh-CN" altLang="en-US" dirty="0"/>
              <a:t>环境变量</a:t>
            </a:r>
            <a:r>
              <a:rPr lang="en-US" altLang="zh-CN" dirty="0"/>
              <a:t>, </a:t>
            </a:r>
            <a:r>
              <a:rPr lang="zh-CN" altLang="en-US" dirty="0"/>
              <a:t>在“系统变量”</a:t>
            </a:r>
            <a:r>
              <a:rPr lang="en-US" altLang="zh-CN" dirty="0"/>
              <a:t>---&gt;“</a:t>
            </a:r>
            <a:r>
              <a:rPr lang="zh-CN" altLang="en-US" dirty="0"/>
              <a:t>新建”</a:t>
            </a:r>
            <a:r>
              <a:rPr lang="en-US" altLang="zh-CN" dirty="0"/>
              <a:t>, </a:t>
            </a:r>
            <a:r>
              <a:rPr lang="zh-CN" altLang="en-US" dirty="0"/>
              <a:t>在变量名中输入：</a:t>
            </a:r>
            <a:r>
              <a:rPr lang="en-US" altLang="zh-CN" dirty="0"/>
              <a:t>JMETER_HOME</a:t>
            </a:r>
            <a:r>
              <a:rPr lang="zh-CN" altLang="en-US" dirty="0"/>
              <a:t>，变量值中输入</a:t>
            </a:r>
            <a:r>
              <a:rPr lang="zh-CN" altLang="en-US" dirty="0" smtClean="0"/>
              <a:t>：</a:t>
            </a:r>
            <a:r>
              <a:rPr lang="en-US" altLang="zh-CN" dirty="0"/>
              <a:t>D:\</a:t>
            </a:r>
            <a:r>
              <a:rPr lang="en-US" altLang="zh-CN" dirty="0" smtClean="0"/>
              <a:t>Jmeter\apache-jmeter-3.1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en-US" altLang="zh-CN" dirty="0" smtClean="0"/>
              <a:t>2.2</a:t>
            </a:r>
            <a:r>
              <a:rPr lang="zh-CN" altLang="en-US" dirty="0" smtClean="0"/>
              <a:t>再修改</a:t>
            </a:r>
            <a:r>
              <a:rPr lang="en-US" altLang="zh-CN" dirty="0" smtClean="0"/>
              <a:t>PATH</a:t>
            </a:r>
            <a:r>
              <a:rPr lang="zh-CN" altLang="en-US" dirty="0"/>
              <a:t>变量，变量值中添加</a:t>
            </a:r>
            <a:r>
              <a:rPr lang="en-US" altLang="zh-CN" dirty="0"/>
              <a:t>%JMETER_HOME%\lib\</a:t>
            </a:r>
            <a:r>
              <a:rPr lang="en-US" altLang="zh-CN" dirty="0" err="1"/>
              <a:t>ext</a:t>
            </a:r>
            <a:r>
              <a:rPr lang="en-US" altLang="zh-CN" dirty="0"/>
              <a:t>\ApacheJMeter_core.jar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% </a:t>
            </a:r>
            <a:r>
              <a:rPr lang="en-US" altLang="zh-CN" dirty="0"/>
              <a:t>JMETER_HOME%\lib\jorphan.jar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%</a:t>
            </a:r>
            <a:r>
              <a:rPr lang="en-US" altLang="zh-CN" dirty="0"/>
              <a:t>JMETER_HOME%\lib\logkit-1.2.jar; </a:t>
            </a:r>
            <a:endParaRPr lang="en-US" altLang="zh-CN" dirty="0" smtClean="0"/>
          </a:p>
          <a:p>
            <a:r>
              <a:rPr lang="en-US" altLang="zh-CN" dirty="0" smtClean="0"/>
              <a:t>2.3</a:t>
            </a:r>
            <a:r>
              <a:rPr lang="zh-CN" altLang="en-US" dirty="0" smtClean="0"/>
              <a:t>然后</a:t>
            </a:r>
            <a:r>
              <a:rPr lang="zh-CN" altLang="en-US" dirty="0"/>
              <a:t>确定即可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查看</a:t>
            </a:r>
            <a:r>
              <a:rPr lang="en-US" altLang="zh-CN" dirty="0" err="1" smtClean="0"/>
              <a:t>jmeter,dos</a:t>
            </a:r>
            <a:r>
              <a:rPr lang="zh-CN" altLang="en-US" dirty="0" smtClean="0"/>
              <a:t>窗口输入</a:t>
            </a:r>
            <a:r>
              <a:rPr lang="en-US" altLang="zh-CN" dirty="0" err="1" smtClean="0"/>
              <a:t>jmeter</a:t>
            </a:r>
            <a:r>
              <a:rPr lang="en-US" altLang="zh-CN" dirty="0" smtClean="0"/>
              <a:t> –v,</a:t>
            </a:r>
            <a:r>
              <a:rPr lang="zh-CN" altLang="en-US" dirty="0" smtClean="0"/>
              <a:t>出现下图，即安装成功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966" y="5429429"/>
            <a:ext cx="6933333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5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1132764"/>
            <a:ext cx="8596668" cy="797636"/>
          </a:xfrm>
        </p:spPr>
        <p:txBody>
          <a:bodyPr>
            <a:normAutofit/>
          </a:bodyPr>
          <a:lstStyle/>
          <a:p>
            <a:r>
              <a:rPr lang="en-US" altLang="zh-CN" sz="44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Jmeter</a:t>
            </a:r>
            <a:r>
              <a:rPr lang="zh-CN" altLang="en-US" sz="4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启动</a:t>
            </a:r>
            <a:endParaRPr lang="zh-CN" altLang="en-US" sz="4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347415"/>
            <a:ext cx="8596668" cy="3693947"/>
          </a:xfrm>
        </p:spPr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/>
              <a:t>D:\</a:t>
            </a:r>
            <a:r>
              <a:rPr lang="en-US" altLang="zh-CN" dirty="0" smtClean="0"/>
              <a:t>Jmeter\apache-jmeter-3.1\bin</a:t>
            </a:r>
            <a:r>
              <a:rPr lang="zh-CN" altLang="en-US" dirty="0" smtClean="0"/>
              <a:t>目录下，双击</a:t>
            </a:r>
            <a:r>
              <a:rPr lang="en-US" altLang="zh-CN" dirty="0" smtClean="0"/>
              <a:t>jmeter.bat</a:t>
            </a:r>
          </a:p>
          <a:p>
            <a:r>
              <a:rPr lang="zh-CN" altLang="en-US" dirty="0" smtClean="0"/>
              <a:t>或者</a:t>
            </a:r>
            <a:r>
              <a:rPr lang="en-US" altLang="zh-CN" dirty="0" smtClean="0"/>
              <a:t>dos</a:t>
            </a:r>
            <a:r>
              <a:rPr lang="zh-CN" altLang="en-US" dirty="0" smtClean="0"/>
              <a:t>窗口中，</a:t>
            </a:r>
            <a:r>
              <a:rPr lang="en-US" altLang="zh-CN" dirty="0" smtClean="0"/>
              <a:t>D</a:t>
            </a:r>
            <a:r>
              <a:rPr lang="en-US" altLang="zh-CN" dirty="0"/>
              <a:t>:\Jmeter\apache-jmeter-3.1\bin&gt;jmeter.bat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77" y="3136860"/>
            <a:ext cx="4619048" cy="1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6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1"/>
            <a:ext cx="8596668" cy="2866029"/>
          </a:xfrm>
        </p:spPr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44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Jmeter</a:t>
            </a:r>
            <a:r>
              <a:rPr lang="zh-CN" altLang="en-US" sz="4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脚本编写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步：导入脚本需要的</a:t>
            </a:r>
            <a:r>
              <a:rPr lang="en-US" altLang="zh-CN" dirty="0" smtClean="0"/>
              <a:t>jar</a:t>
            </a:r>
            <a:r>
              <a:rPr lang="zh-CN" altLang="en-US" dirty="0" smtClean="0"/>
              <a:t>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2770496"/>
            <a:ext cx="8596668" cy="3270866"/>
          </a:xfrm>
        </p:spPr>
        <p:txBody>
          <a:bodyPr/>
          <a:lstStyle/>
          <a:p>
            <a:r>
              <a:rPr lang="zh-CN" altLang="en-US" dirty="0" smtClean="0"/>
              <a:t>测试计划，</a:t>
            </a:r>
            <a:r>
              <a:rPr lang="en-US" altLang="zh-CN" dirty="0" smtClean="0"/>
              <a:t>Add directory or jar to </a:t>
            </a:r>
            <a:r>
              <a:rPr lang="en-US" altLang="zh-CN" dirty="0" err="1" smtClean="0"/>
              <a:t>classpath</a:t>
            </a:r>
            <a:r>
              <a:rPr lang="en-US" altLang="zh-CN" dirty="0" smtClean="0"/>
              <a:t> </a:t>
            </a:r>
            <a:r>
              <a:rPr lang="zh-CN" altLang="en-US" dirty="0" smtClean="0"/>
              <a:t>模块，点击浏览，添加</a:t>
            </a:r>
            <a:r>
              <a:rPr lang="en-US" altLang="zh-CN" dirty="0" smtClean="0"/>
              <a:t>jar</a:t>
            </a:r>
            <a:r>
              <a:rPr lang="zh-CN" altLang="en-US" dirty="0" smtClean="0"/>
              <a:t>包所在的位置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29" y="3725491"/>
            <a:ext cx="4945412" cy="16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步：添加线程组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测试计划</a:t>
            </a:r>
            <a:r>
              <a:rPr lang="en-US" altLang="zh-CN" dirty="0"/>
              <a:t>-&gt;</a:t>
            </a:r>
            <a:r>
              <a:rPr lang="zh-CN" altLang="en-US" dirty="0"/>
              <a:t>添加</a:t>
            </a:r>
            <a:r>
              <a:rPr lang="en-US" altLang="zh-CN" dirty="0"/>
              <a:t>-&gt;Threads(Users)-&gt;</a:t>
            </a:r>
            <a:r>
              <a:rPr lang="zh-CN" altLang="en-US" dirty="0"/>
              <a:t>线程组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1" y="2799980"/>
            <a:ext cx="5620408" cy="193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8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步：设置线程属性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设置线程数为</a:t>
            </a:r>
            <a:r>
              <a:rPr lang="en-US" altLang="zh-CN" dirty="0" smtClean="0"/>
              <a:t>100</a:t>
            </a:r>
            <a:r>
              <a:rPr lang="zh-CN" altLang="en-US" dirty="0" smtClean="0"/>
              <a:t>、</a:t>
            </a:r>
            <a:r>
              <a:rPr lang="zh-CN" altLang="en-US" dirty="0"/>
              <a:t>线程数的准备时长</a:t>
            </a:r>
            <a:r>
              <a:rPr lang="en-US" altLang="zh-CN" dirty="0"/>
              <a:t>1s</a:t>
            </a:r>
            <a:r>
              <a:rPr lang="zh-CN" altLang="en-US" dirty="0"/>
              <a:t>、持续时间</a:t>
            </a:r>
            <a:r>
              <a:rPr lang="en-US" altLang="zh-CN" dirty="0"/>
              <a:t>60s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6" y="2873338"/>
            <a:ext cx="3523142" cy="247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1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368490"/>
            <a:ext cx="8596668" cy="955343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步：参数化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323833"/>
            <a:ext cx="8596668" cy="4717529"/>
          </a:xfrm>
        </p:spPr>
        <p:txBody>
          <a:bodyPr/>
          <a:lstStyle/>
          <a:p>
            <a:r>
              <a:rPr lang="en-US" altLang="zh-CN" dirty="0"/>
              <a:t>a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导</a:t>
            </a:r>
            <a:r>
              <a:rPr lang="zh-CN" altLang="en-US" dirty="0"/>
              <a:t>入</a:t>
            </a:r>
            <a:r>
              <a:rPr lang="en-US" altLang="zh-CN" dirty="0"/>
              <a:t>TXT</a:t>
            </a:r>
            <a:r>
              <a:rPr lang="zh-CN" altLang="en-US" dirty="0"/>
              <a:t>文件：线程组</a:t>
            </a:r>
            <a:r>
              <a:rPr lang="en-US" altLang="zh-CN" dirty="0"/>
              <a:t>-&gt;</a:t>
            </a:r>
            <a:r>
              <a:rPr lang="zh-CN" altLang="en-US" dirty="0"/>
              <a:t>添加</a:t>
            </a:r>
            <a:r>
              <a:rPr lang="en-US" altLang="zh-CN" dirty="0"/>
              <a:t>-&gt;</a:t>
            </a:r>
            <a:r>
              <a:rPr lang="zh-CN" altLang="en-US" dirty="0"/>
              <a:t>配置原件</a:t>
            </a:r>
            <a:r>
              <a:rPr lang="en-US" altLang="zh-CN" dirty="0"/>
              <a:t>-&gt;CSV Data Set </a:t>
            </a:r>
            <a:r>
              <a:rPr lang="en-US" altLang="zh-CN" dirty="0" err="1" smtClean="0"/>
              <a:t>Config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b&gt;</a:t>
            </a:r>
            <a:r>
              <a:rPr lang="zh-CN" altLang="en-US" dirty="0"/>
              <a:t>设置路径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31" y="1883938"/>
            <a:ext cx="5666667" cy="7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31" y="3629757"/>
            <a:ext cx="4953218" cy="192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7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218365"/>
            <a:ext cx="8596668" cy="805218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步：添加信息头管理器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023583"/>
            <a:ext cx="8596668" cy="5017780"/>
          </a:xfrm>
        </p:spPr>
        <p:txBody>
          <a:bodyPr/>
          <a:lstStyle/>
          <a:p>
            <a:r>
              <a:rPr lang="en-US" altLang="zh-CN" dirty="0"/>
              <a:t>a&gt;</a:t>
            </a:r>
            <a:r>
              <a:rPr lang="zh-CN" altLang="en-US" dirty="0"/>
              <a:t>添加</a:t>
            </a:r>
            <a:r>
              <a:rPr lang="en-US" altLang="zh-CN" dirty="0"/>
              <a:t>HTTP</a:t>
            </a:r>
            <a:r>
              <a:rPr lang="zh-CN" altLang="en-US" dirty="0"/>
              <a:t>信息头管理器：线程组</a:t>
            </a:r>
            <a:r>
              <a:rPr lang="en-US" altLang="zh-CN" dirty="0"/>
              <a:t>-&gt;</a:t>
            </a:r>
            <a:r>
              <a:rPr lang="zh-CN" altLang="en-US" dirty="0"/>
              <a:t>添加</a:t>
            </a:r>
            <a:r>
              <a:rPr lang="en-US" altLang="zh-CN" dirty="0"/>
              <a:t>-&gt;</a:t>
            </a:r>
            <a:r>
              <a:rPr lang="zh-CN" altLang="en-US" dirty="0"/>
              <a:t>配置原件</a:t>
            </a:r>
            <a:r>
              <a:rPr lang="en-US" altLang="zh-CN" dirty="0"/>
              <a:t>-&gt;HTTP</a:t>
            </a:r>
            <a:r>
              <a:rPr lang="zh-CN" altLang="en-US" dirty="0"/>
              <a:t>信息头</a:t>
            </a:r>
            <a:r>
              <a:rPr lang="zh-CN" altLang="en-US" dirty="0" smtClean="0"/>
              <a:t>管理器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b&gt;</a:t>
            </a:r>
            <a:r>
              <a:rPr lang="zh-CN" altLang="en-US" dirty="0"/>
              <a:t>在信息头管理器中添加参数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949" y="1555015"/>
            <a:ext cx="5419048" cy="18285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49" y="4657060"/>
            <a:ext cx="8596668" cy="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9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95535"/>
            <a:ext cx="8596668" cy="656806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6</a:t>
            </a:r>
            <a:r>
              <a:rPr lang="zh-CN" altLang="en-US" dirty="0" smtClean="0"/>
              <a:t>步：添加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请求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752340"/>
            <a:ext cx="8596668" cy="5880471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a&gt;</a:t>
            </a:r>
            <a:r>
              <a:rPr lang="zh-CN" altLang="en-US" dirty="0" smtClean="0"/>
              <a:t>添加</a:t>
            </a:r>
            <a:r>
              <a:rPr lang="en-US" altLang="zh-CN" dirty="0"/>
              <a:t>http</a:t>
            </a:r>
            <a:r>
              <a:rPr lang="zh-CN" altLang="en-US" dirty="0"/>
              <a:t>请求：线程组</a:t>
            </a:r>
            <a:r>
              <a:rPr lang="en-US" altLang="zh-CN" dirty="0"/>
              <a:t>-&gt;</a:t>
            </a:r>
            <a:r>
              <a:rPr lang="zh-CN" altLang="en-US" dirty="0"/>
              <a:t>添加</a:t>
            </a:r>
            <a:r>
              <a:rPr lang="en-US" altLang="zh-CN" dirty="0"/>
              <a:t>-&gt;Sampler-&gt;Http</a:t>
            </a:r>
            <a:r>
              <a:rPr lang="zh-CN" altLang="en-US" dirty="0" smtClean="0"/>
              <a:t>请求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b&gt;</a:t>
            </a:r>
            <a:r>
              <a:rPr lang="zh-CN" altLang="en-US" dirty="0"/>
              <a:t>抓取</a:t>
            </a:r>
            <a:r>
              <a:rPr lang="en-US" altLang="zh-CN" dirty="0"/>
              <a:t>m</a:t>
            </a:r>
            <a:r>
              <a:rPr lang="zh-CN" altLang="en-US" dirty="0"/>
              <a:t>站列表页请求接口：</a:t>
            </a:r>
            <a:r>
              <a:rPr lang="en-US" altLang="zh-CN" dirty="0"/>
              <a:t>	https://openapix.xin.com/ajax/search/get_carlist?source=m</a:t>
            </a:r>
          </a:p>
          <a:p>
            <a:pPr marL="400050" lvl="1" indent="0">
              <a:buNone/>
            </a:pPr>
            <a:r>
              <a:rPr lang="zh-CN" altLang="en-US" dirty="0"/>
              <a:t>参数；</a:t>
            </a:r>
            <a:r>
              <a:rPr lang="en-US" altLang="zh-CN" dirty="0"/>
              <a:t>{"sn":"59caaee5f68d03deb5f7002ae467e663","params":{"currpage":"carlist","sstr":"v20","uid_ck":"505509cc-ac89-d18b-0ef2-ca9bf75ee415","ename":"beijing","vr_status":"","is_authentication":"","ajax":1}}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88" y="1199303"/>
            <a:ext cx="5417242" cy="27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7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V="1">
            <a:off x="677334" y="-45719"/>
            <a:ext cx="8596668" cy="45719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95534"/>
            <a:ext cx="8596668" cy="5945829"/>
          </a:xfrm>
        </p:spPr>
        <p:txBody>
          <a:bodyPr/>
          <a:lstStyle/>
          <a:p>
            <a:r>
              <a:rPr lang="en-US" altLang="zh-CN" dirty="0" smtClean="0"/>
              <a:t>c&gt;</a:t>
            </a:r>
            <a:r>
              <a:rPr lang="zh-CN" altLang="en-US" dirty="0" smtClean="0"/>
              <a:t>把</a:t>
            </a:r>
            <a:r>
              <a:rPr lang="zh-CN" altLang="en-US" dirty="0"/>
              <a:t>接口信息添加到</a:t>
            </a:r>
            <a:r>
              <a:rPr lang="en-US" altLang="zh-CN" dirty="0"/>
              <a:t>http</a:t>
            </a:r>
            <a:r>
              <a:rPr lang="zh-CN" altLang="en-US" dirty="0"/>
              <a:t>请求中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38" y="696035"/>
            <a:ext cx="8675204" cy="51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109182"/>
            <a:ext cx="8596668" cy="1050878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7</a:t>
            </a:r>
            <a:r>
              <a:rPr lang="zh-CN" altLang="en-US" dirty="0" smtClean="0"/>
              <a:t>步：添加响应断言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805219"/>
            <a:ext cx="8596668" cy="5236144"/>
          </a:xfrm>
        </p:spPr>
        <p:txBody>
          <a:bodyPr/>
          <a:lstStyle/>
          <a:p>
            <a:r>
              <a:rPr lang="en-US" altLang="zh-CN" dirty="0"/>
              <a:t>a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添加</a:t>
            </a:r>
            <a:r>
              <a:rPr lang="en-US" altLang="zh-CN" dirty="0" err="1"/>
              <a:t>BeanShell</a:t>
            </a:r>
            <a:r>
              <a:rPr lang="zh-CN" altLang="en-US" dirty="0"/>
              <a:t>断言：线程组</a:t>
            </a:r>
            <a:r>
              <a:rPr lang="en-US" altLang="zh-CN" dirty="0"/>
              <a:t>-&gt;</a:t>
            </a:r>
            <a:r>
              <a:rPr lang="zh-CN" altLang="en-US" dirty="0"/>
              <a:t>添加</a:t>
            </a:r>
            <a:r>
              <a:rPr lang="en-US" altLang="zh-CN" dirty="0"/>
              <a:t>-&gt;</a:t>
            </a:r>
            <a:r>
              <a:rPr lang="zh-CN" altLang="en-US" dirty="0"/>
              <a:t>断言</a:t>
            </a:r>
            <a:r>
              <a:rPr lang="en-US" altLang="zh-CN" dirty="0"/>
              <a:t>-&gt;</a:t>
            </a:r>
            <a:r>
              <a:rPr lang="en-US" altLang="zh-CN" dirty="0" err="1"/>
              <a:t>BeanShell</a:t>
            </a:r>
            <a:r>
              <a:rPr lang="zh-CN" altLang="en-US" dirty="0" smtClean="0"/>
              <a:t>断言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b&gt;</a:t>
            </a:r>
            <a:r>
              <a:rPr lang="en-US" altLang="zh-CN" dirty="0" err="1"/>
              <a:t>BeanShell</a:t>
            </a:r>
            <a:r>
              <a:rPr lang="zh-CN" altLang="en-US" dirty="0"/>
              <a:t>响应断言的编写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43" y="1315921"/>
            <a:ext cx="4485714" cy="1933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843" y="4108030"/>
            <a:ext cx="4028571" cy="1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V="1">
            <a:off x="677334" y="-191069"/>
            <a:ext cx="8596668" cy="191069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36479"/>
            <a:ext cx="8596668" cy="590488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/>
              <a:t>注解：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 smtClean="0"/>
              <a:t>导入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所需要的</a:t>
            </a:r>
            <a:r>
              <a:rPr lang="en-US" altLang="zh-CN" dirty="0" smtClean="0"/>
              <a:t>jar</a:t>
            </a:r>
            <a:r>
              <a:rPr lang="zh-CN" altLang="en-US" dirty="0" smtClean="0"/>
              <a:t>包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org.json</a:t>
            </a:r>
            <a:r>
              <a:rPr lang="en-US" altLang="zh-CN" dirty="0" smtClean="0"/>
              <a:t>.*;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 smtClean="0"/>
              <a:t>获取响应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String response </a:t>
            </a:r>
            <a:r>
              <a:rPr lang="en-US" altLang="zh-CN" dirty="0"/>
              <a:t>= </a:t>
            </a:r>
            <a:r>
              <a:rPr lang="en-US" altLang="zh-CN" dirty="0" err="1"/>
              <a:t>prev.getResponseDataAsString</a:t>
            </a:r>
            <a:r>
              <a:rPr lang="en-US" altLang="zh-CN" dirty="0" smtClean="0"/>
              <a:t>();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 smtClean="0"/>
              <a:t>把响应转化成</a:t>
            </a:r>
            <a:r>
              <a:rPr lang="en-US" altLang="zh-CN" dirty="0" err="1" smtClean="0"/>
              <a:t>JSONObjcet</a:t>
            </a:r>
            <a:r>
              <a:rPr lang="zh-CN" altLang="en-US" dirty="0" smtClean="0"/>
              <a:t>类型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JSONObject</a:t>
            </a:r>
            <a:r>
              <a:rPr lang="en-US" altLang="zh-CN" dirty="0"/>
              <a:t> </a:t>
            </a:r>
            <a:r>
              <a:rPr lang="en-US" altLang="zh-CN" dirty="0" smtClean="0"/>
              <a:t>data= </a:t>
            </a:r>
            <a:r>
              <a:rPr lang="en-US" altLang="zh-CN" dirty="0"/>
              <a:t>new </a:t>
            </a:r>
            <a:r>
              <a:rPr lang="en-US" altLang="zh-CN" dirty="0" err="1" smtClean="0"/>
              <a:t>JSONObject</a:t>
            </a:r>
            <a:r>
              <a:rPr lang="en-US" altLang="zh-CN" dirty="0" smtClean="0"/>
              <a:t>(response); 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 smtClean="0"/>
              <a:t>获取键为“</a:t>
            </a:r>
            <a:r>
              <a:rPr lang="en-US" altLang="zh-CN" dirty="0" err="1" smtClean="0"/>
              <a:t>error_code</a:t>
            </a:r>
            <a:r>
              <a:rPr lang="zh-CN" altLang="en-US" dirty="0" smtClean="0"/>
              <a:t>”的值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error_code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data.get</a:t>
            </a:r>
            <a:r>
              <a:rPr lang="en-US" altLang="zh-CN" dirty="0"/>
              <a:t>("</a:t>
            </a:r>
            <a:r>
              <a:rPr lang="en-US" altLang="zh-CN" dirty="0" err="1"/>
              <a:t>error_code</a:t>
            </a:r>
            <a:r>
              <a:rPr lang="en-US" altLang="zh-CN" dirty="0" smtClean="0"/>
              <a:t>");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 smtClean="0"/>
              <a:t>断言，如果</a:t>
            </a:r>
            <a:r>
              <a:rPr lang="en-US" altLang="zh-CN" dirty="0" err="1" smtClean="0"/>
              <a:t>error_code</a:t>
            </a:r>
            <a:r>
              <a:rPr lang="zh-CN" altLang="en-US" dirty="0" smtClean="0"/>
              <a:t>的值与</a:t>
            </a:r>
            <a:r>
              <a:rPr lang="en-US" altLang="zh-CN" dirty="0" smtClean="0"/>
              <a:t>900</a:t>
            </a:r>
            <a:r>
              <a:rPr lang="zh-CN" altLang="en-US" dirty="0" smtClean="0"/>
              <a:t>相同，即响应正确，断言成功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if(</a:t>
            </a:r>
            <a:r>
              <a:rPr lang="en-US" altLang="zh-CN" dirty="0" err="1" smtClean="0"/>
              <a:t>error_code</a:t>
            </a:r>
            <a:r>
              <a:rPr lang="en-US" altLang="zh-CN" dirty="0"/>
              <a:t>==900){</a:t>
            </a:r>
          </a:p>
          <a:p>
            <a:pPr marL="457200" lvl="1" indent="0">
              <a:buNone/>
            </a:pPr>
            <a:r>
              <a:rPr lang="en-US" altLang="zh-CN" dirty="0"/>
              <a:t>	Failure = false</a:t>
            </a:r>
            <a:r>
              <a:rPr lang="en-US" altLang="zh-CN" dirty="0" smtClean="0"/>
              <a:t>;//</a:t>
            </a:r>
            <a:r>
              <a:rPr lang="zh-CN" altLang="en-US" dirty="0" smtClean="0"/>
              <a:t>断言成功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}</a:t>
            </a:r>
          </a:p>
          <a:p>
            <a:pPr marL="457200" lvl="1" indent="0">
              <a:buNone/>
            </a:pPr>
            <a:r>
              <a:rPr lang="en-US" altLang="zh-CN" dirty="0"/>
              <a:t>else{</a:t>
            </a:r>
          </a:p>
          <a:p>
            <a:pPr marL="457200" lvl="1" indent="0">
              <a:buNone/>
            </a:pPr>
            <a:r>
              <a:rPr lang="en-US" altLang="zh-CN" dirty="0"/>
              <a:t>	Failure = true</a:t>
            </a:r>
            <a:r>
              <a:rPr lang="en-US" altLang="zh-CN" dirty="0" smtClean="0"/>
              <a:t>;//</a:t>
            </a:r>
            <a:r>
              <a:rPr lang="zh-CN" altLang="en-US" dirty="0" smtClean="0"/>
              <a:t>断言失败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}</a:t>
            </a:r>
          </a:p>
          <a:p>
            <a:endParaRPr lang="en-US" altLang="zh-CN" dirty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7340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091821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步：添加定时器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696037"/>
            <a:ext cx="8596668" cy="5345326"/>
          </a:xfrm>
        </p:spPr>
        <p:txBody>
          <a:bodyPr/>
          <a:lstStyle/>
          <a:p>
            <a:r>
              <a:rPr lang="en-US" altLang="zh-CN" dirty="0"/>
              <a:t>a&gt;</a:t>
            </a:r>
            <a:r>
              <a:rPr lang="zh-CN" altLang="en-US" dirty="0"/>
              <a:t>添加定时器：线程组</a:t>
            </a:r>
            <a:r>
              <a:rPr lang="en-US" altLang="zh-CN" dirty="0"/>
              <a:t>-&gt;</a:t>
            </a:r>
            <a:r>
              <a:rPr lang="zh-CN" altLang="en-US" dirty="0"/>
              <a:t>定时器</a:t>
            </a:r>
            <a:r>
              <a:rPr lang="en-US" altLang="zh-CN" dirty="0"/>
              <a:t>-&gt;</a:t>
            </a:r>
            <a:r>
              <a:rPr lang="en-US" altLang="zh-CN" dirty="0" err="1"/>
              <a:t>Synchronzing</a:t>
            </a:r>
            <a:r>
              <a:rPr lang="en-US" altLang="zh-CN" dirty="0"/>
              <a:t> </a:t>
            </a:r>
            <a:r>
              <a:rPr lang="en-US" altLang="zh-CN" dirty="0" smtClean="0"/>
              <a:t>Timer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b&gt;</a:t>
            </a:r>
            <a:r>
              <a:rPr lang="zh-CN" altLang="en-US" dirty="0"/>
              <a:t>第一个参数指的是模拟用户的数量，即指定同时释放的线程数数量，设置为</a:t>
            </a:r>
            <a:r>
              <a:rPr lang="en-US" altLang="zh-CN" dirty="0"/>
              <a:t>100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 </a:t>
            </a:r>
            <a:r>
              <a:rPr lang="zh-CN" altLang="en-US" dirty="0"/>
              <a:t>第二个参数指的是超时时间，即超时多少毫秒后同时释放指定的线程数，我们设置超时时间为</a:t>
            </a:r>
            <a:r>
              <a:rPr lang="en-US" altLang="zh-CN" dirty="0"/>
              <a:t>500</a:t>
            </a:r>
            <a:r>
              <a:rPr lang="zh-CN" altLang="en-US" dirty="0"/>
              <a:t>毫秒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68" y="1249828"/>
            <a:ext cx="4942857" cy="17523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68" y="5134733"/>
            <a:ext cx="3190476" cy="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8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518615"/>
            <a:ext cx="8596668" cy="696036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9</a:t>
            </a:r>
            <a:r>
              <a:rPr lang="zh-CN" altLang="en-US" dirty="0" smtClean="0"/>
              <a:t>步：添加结果树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51379"/>
            <a:ext cx="8596668" cy="4389983"/>
          </a:xfrm>
        </p:spPr>
        <p:txBody>
          <a:bodyPr/>
          <a:lstStyle/>
          <a:p>
            <a:r>
              <a:rPr lang="en-US" altLang="zh-CN" dirty="0" smtClean="0"/>
              <a:t>a&gt;</a:t>
            </a:r>
            <a:r>
              <a:rPr lang="zh-CN" altLang="en-US" dirty="0" smtClean="0"/>
              <a:t>添加查看结果树：线程组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添加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监听器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查看结果树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55" y="2333768"/>
            <a:ext cx="5805716" cy="271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0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V="1">
            <a:off x="677334" y="-45718"/>
            <a:ext cx="8596668" cy="45719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50125"/>
            <a:ext cx="8766916" cy="5891237"/>
          </a:xfrm>
        </p:spPr>
        <p:txBody>
          <a:bodyPr/>
          <a:lstStyle/>
          <a:p>
            <a:r>
              <a:rPr lang="en-US" altLang="zh-CN" dirty="0" smtClean="0"/>
              <a:t>b&gt;</a:t>
            </a:r>
            <a:r>
              <a:rPr lang="zh-CN" altLang="en-US" dirty="0"/>
              <a:t>查看</a:t>
            </a:r>
            <a:r>
              <a:rPr lang="zh-CN" altLang="en-US" dirty="0" smtClean="0"/>
              <a:t>结果</a:t>
            </a:r>
            <a:r>
              <a:rPr lang="zh-CN" altLang="en-US" dirty="0"/>
              <a:t>树</a:t>
            </a:r>
            <a:r>
              <a:rPr lang="zh-CN" altLang="en-US" dirty="0" smtClean="0"/>
              <a:t>注解：     </a:t>
            </a:r>
            <a:endParaRPr lang="en-US" altLang="zh-CN" dirty="0" smtClean="0"/>
          </a:p>
          <a:p>
            <a:pPr lvl="8"/>
            <a:r>
              <a:rPr lang="en-US" altLang="zh-CN" sz="2000" dirty="0"/>
              <a:t>Thread Name</a:t>
            </a:r>
            <a:r>
              <a:rPr lang="zh-CN" altLang="en-US" sz="2000" dirty="0"/>
              <a:t>：线程组</a:t>
            </a:r>
            <a:r>
              <a:rPr lang="zh-CN" altLang="en-US" sz="2000" dirty="0" smtClean="0"/>
              <a:t>名称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Sample Start: </a:t>
            </a:r>
            <a:r>
              <a:rPr lang="zh-CN" altLang="en-US" sz="2000" dirty="0"/>
              <a:t>启动开始</a:t>
            </a:r>
            <a:r>
              <a:rPr lang="zh-CN" altLang="en-US" sz="2000" dirty="0" smtClean="0"/>
              <a:t>时间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Load time</a:t>
            </a:r>
            <a:r>
              <a:rPr lang="zh-CN" altLang="en-US" sz="2000" dirty="0"/>
              <a:t>：加载时</a:t>
            </a:r>
            <a:r>
              <a:rPr lang="zh-CN" altLang="en-US" sz="2000" dirty="0" smtClean="0"/>
              <a:t>长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Latency</a:t>
            </a:r>
            <a:r>
              <a:rPr lang="zh-CN" altLang="en-US" sz="2000" dirty="0"/>
              <a:t>：等待时</a:t>
            </a:r>
            <a:r>
              <a:rPr lang="zh-CN" altLang="en-US" sz="2000" dirty="0" smtClean="0"/>
              <a:t>长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Size in bytes</a:t>
            </a:r>
            <a:r>
              <a:rPr lang="zh-CN" altLang="en-US" sz="2000" dirty="0"/>
              <a:t>：发送的数据总</a:t>
            </a:r>
            <a:r>
              <a:rPr lang="zh-CN" altLang="en-US" sz="2000" dirty="0" smtClean="0"/>
              <a:t>大小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Headers size in bytes</a:t>
            </a:r>
            <a:r>
              <a:rPr lang="zh-CN" altLang="en-US" sz="2000" dirty="0"/>
              <a:t>：发送数据的其余部分</a:t>
            </a:r>
            <a:r>
              <a:rPr lang="zh-CN" altLang="en-US" sz="2000" dirty="0" smtClean="0"/>
              <a:t>大小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Sample Count</a:t>
            </a:r>
            <a:r>
              <a:rPr lang="zh-CN" altLang="en-US" sz="2000" dirty="0"/>
              <a:t>：发送</a:t>
            </a:r>
            <a:r>
              <a:rPr lang="zh-CN" altLang="en-US" sz="2000" dirty="0" smtClean="0"/>
              <a:t>统计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Error Count</a:t>
            </a:r>
            <a:r>
              <a:rPr lang="zh-CN" altLang="en-US" sz="2000" dirty="0"/>
              <a:t>：交互错误</a:t>
            </a:r>
            <a:r>
              <a:rPr lang="zh-CN" altLang="en-US" sz="2000" dirty="0" smtClean="0"/>
              <a:t>统计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Response code</a:t>
            </a:r>
            <a:r>
              <a:rPr lang="zh-CN" altLang="en-US" sz="2000" dirty="0"/>
              <a:t>：返回</a:t>
            </a:r>
            <a:r>
              <a:rPr lang="zh-CN" altLang="en-US" sz="2000" dirty="0" smtClean="0"/>
              <a:t>码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Response message</a:t>
            </a:r>
            <a:r>
              <a:rPr lang="zh-CN" altLang="en-US" sz="2000" dirty="0"/>
              <a:t>：返回</a:t>
            </a:r>
            <a:r>
              <a:rPr lang="zh-CN" altLang="en-US" sz="2000" dirty="0" smtClean="0"/>
              <a:t>信息</a:t>
            </a:r>
            <a:endParaRPr lang="en-US" altLang="zh-CN" sz="2000" dirty="0" smtClean="0"/>
          </a:p>
          <a:p>
            <a:pPr lvl="8"/>
            <a:r>
              <a:rPr lang="en-US" altLang="zh-CN" sz="2000" dirty="0"/>
              <a:t>Response headers</a:t>
            </a:r>
            <a:r>
              <a:rPr lang="zh-CN" altLang="en-US" sz="2000" dirty="0"/>
              <a:t>：返回的头部信息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77334" y="604784"/>
            <a:ext cx="3643952" cy="5436578"/>
            <a:chOff x="1109807" y="591132"/>
            <a:chExt cx="8046380" cy="543657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807" y="591132"/>
              <a:ext cx="8032733" cy="2926422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454" y="3503901"/>
              <a:ext cx="8032733" cy="25238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933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41445"/>
            <a:ext cx="8596668" cy="859808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10</a:t>
            </a:r>
            <a:r>
              <a:rPr lang="zh-CN" altLang="en-US" dirty="0" smtClean="0"/>
              <a:t>步：添加聚合报告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37731"/>
            <a:ext cx="8596668" cy="4403632"/>
          </a:xfrm>
        </p:spPr>
        <p:txBody>
          <a:bodyPr/>
          <a:lstStyle/>
          <a:p>
            <a:r>
              <a:rPr lang="en-US" altLang="zh-CN" dirty="0" smtClean="0"/>
              <a:t>a&gt;</a:t>
            </a:r>
            <a:r>
              <a:rPr lang="zh-CN" altLang="en-US" dirty="0" smtClean="0"/>
              <a:t>添加</a:t>
            </a:r>
            <a:r>
              <a:rPr lang="zh-CN" altLang="en-US" dirty="0"/>
              <a:t>聚合</a:t>
            </a:r>
            <a:r>
              <a:rPr lang="zh-CN" altLang="en-US" dirty="0" smtClean="0"/>
              <a:t>报告：线程组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添加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监听器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聚合报告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11" y="2325917"/>
            <a:ext cx="7098493" cy="30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8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V="1">
            <a:off x="677334" y="0"/>
            <a:ext cx="8596668" cy="109182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" y="232012"/>
            <a:ext cx="9662615" cy="66259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b&gt;</a:t>
            </a:r>
            <a:r>
              <a:rPr lang="zh-CN" altLang="en-US" dirty="0" smtClean="0"/>
              <a:t>聚合报告注解：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Label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http</a:t>
            </a:r>
            <a:r>
              <a:rPr lang="zh-CN" altLang="en-US" sz="2000" dirty="0" smtClean="0"/>
              <a:t>请求的名称</a:t>
            </a:r>
            <a:endParaRPr lang="en-US" altLang="zh-CN" sz="2000" dirty="0" smtClean="0"/>
          </a:p>
          <a:p>
            <a:r>
              <a:rPr lang="en-US" altLang="zh-CN" sz="2000" dirty="0" smtClean="0"/>
              <a:t>#</a:t>
            </a:r>
            <a:r>
              <a:rPr lang="en-US" altLang="zh-CN" sz="2000" dirty="0"/>
              <a:t>Samples</a:t>
            </a:r>
            <a:r>
              <a:rPr lang="zh-CN" altLang="en-US" sz="2000" dirty="0"/>
              <a:t>：</a:t>
            </a:r>
            <a:r>
              <a:rPr lang="zh-CN" altLang="en-US" sz="2000" dirty="0" smtClean="0"/>
              <a:t>表示测试</a:t>
            </a:r>
            <a:r>
              <a:rPr lang="zh-CN" altLang="en-US" sz="2000" dirty="0"/>
              <a:t>中一共发出了多少个</a:t>
            </a:r>
            <a:r>
              <a:rPr lang="zh-CN" altLang="en-US" sz="2000" dirty="0" smtClean="0"/>
              <a:t>请求</a:t>
            </a:r>
            <a:endParaRPr lang="en-US" altLang="zh-CN" sz="2000" dirty="0" smtClean="0"/>
          </a:p>
          <a:p>
            <a:r>
              <a:rPr lang="en-US" altLang="zh-CN" sz="2000" dirty="0" smtClean="0"/>
              <a:t>Average</a:t>
            </a:r>
            <a:r>
              <a:rPr lang="zh-CN" altLang="en-US" sz="2000" dirty="0"/>
              <a:t>：平均响应时间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单个</a:t>
            </a:r>
            <a:r>
              <a:rPr lang="zh-CN" altLang="en-US" sz="2000" dirty="0"/>
              <a:t> </a:t>
            </a:r>
            <a:r>
              <a:rPr lang="en-US" altLang="zh-CN" sz="2000" dirty="0"/>
              <a:t>Request </a:t>
            </a:r>
            <a:r>
              <a:rPr lang="zh-CN" altLang="en-US" sz="2000" dirty="0"/>
              <a:t>的平均</a:t>
            </a:r>
            <a:r>
              <a:rPr lang="zh-CN" altLang="en-US" sz="2000" dirty="0" smtClean="0"/>
              <a:t>响应时间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计算方法</a:t>
            </a:r>
            <a:r>
              <a:rPr lang="en-US" altLang="zh-CN" sz="2000" dirty="0" smtClean="0"/>
              <a:t>=</a:t>
            </a:r>
            <a:r>
              <a:rPr lang="zh-CN" altLang="en-US" sz="2000" dirty="0" smtClean="0"/>
              <a:t>总运行时间</a:t>
            </a:r>
            <a:r>
              <a:rPr lang="en-US" altLang="zh-CN" sz="2000" dirty="0" smtClean="0"/>
              <a:t>/			  </a:t>
            </a:r>
            <a:r>
              <a:rPr lang="zh-CN" altLang="en-US" sz="2000" dirty="0" smtClean="0"/>
              <a:t>发送到服务器的总请求数</a:t>
            </a:r>
            <a:endParaRPr lang="en-US" altLang="zh-CN" sz="2000" dirty="0" smtClean="0"/>
          </a:p>
          <a:p>
            <a:r>
              <a:rPr lang="en-US" altLang="zh-CN" sz="2000" dirty="0"/>
              <a:t>Median</a:t>
            </a:r>
            <a:r>
              <a:rPr lang="zh-CN" altLang="en-US" sz="2000" dirty="0"/>
              <a:t>：中位数，也就是 </a:t>
            </a:r>
            <a:r>
              <a:rPr lang="en-US" altLang="zh-CN" sz="2000" dirty="0"/>
              <a:t>50</a:t>
            </a:r>
            <a:r>
              <a:rPr lang="zh-CN" altLang="en-US" sz="2000" dirty="0"/>
              <a:t>％ 用户的</a:t>
            </a:r>
            <a:r>
              <a:rPr lang="zh-CN" altLang="en-US" sz="2000" dirty="0" smtClean="0"/>
              <a:t>响应时间</a:t>
            </a:r>
            <a:endParaRPr lang="en-US" altLang="zh-CN" sz="2000" dirty="0" smtClean="0"/>
          </a:p>
          <a:p>
            <a:r>
              <a:rPr lang="en-US" altLang="zh-CN" sz="2000" dirty="0"/>
              <a:t>90% Line</a:t>
            </a:r>
            <a:r>
              <a:rPr lang="zh-CN" altLang="en-US" sz="2000" dirty="0"/>
              <a:t>：</a:t>
            </a:r>
            <a:r>
              <a:rPr lang="en-US" altLang="zh-CN" sz="2000" dirty="0"/>
              <a:t>90</a:t>
            </a:r>
            <a:r>
              <a:rPr lang="zh-CN" altLang="en-US" sz="2000" dirty="0"/>
              <a:t>％ 用户的</a:t>
            </a:r>
            <a:r>
              <a:rPr lang="zh-CN" altLang="en-US" sz="2000" dirty="0" smtClean="0"/>
              <a:t>响应时间</a:t>
            </a:r>
            <a:endParaRPr lang="en-US" altLang="zh-CN" sz="2000" dirty="0" smtClean="0"/>
          </a:p>
          <a:p>
            <a:r>
              <a:rPr lang="en-US" altLang="zh-CN" sz="2000" dirty="0"/>
              <a:t>Min</a:t>
            </a:r>
            <a:r>
              <a:rPr lang="zh-CN" altLang="en-US" sz="2000" dirty="0"/>
              <a:t>：最小</a:t>
            </a:r>
            <a:r>
              <a:rPr lang="zh-CN" altLang="en-US" sz="2000" dirty="0" smtClean="0"/>
              <a:t>响应时间</a:t>
            </a:r>
            <a:endParaRPr lang="en-US" altLang="zh-CN" sz="2000" dirty="0" smtClean="0"/>
          </a:p>
          <a:p>
            <a:r>
              <a:rPr lang="en-US" altLang="zh-CN" sz="2000" dirty="0"/>
              <a:t>Max</a:t>
            </a:r>
            <a:r>
              <a:rPr lang="zh-CN" altLang="en-US" sz="2000" dirty="0"/>
              <a:t>：最大</a:t>
            </a:r>
            <a:r>
              <a:rPr lang="zh-CN" altLang="en-US" sz="2000" dirty="0" smtClean="0"/>
              <a:t>响应时间</a:t>
            </a:r>
            <a:endParaRPr lang="en-US" altLang="zh-CN" sz="2000" dirty="0" smtClean="0"/>
          </a:p>
          <a:p>
            <a:r>
              <a:rPr lang="en-US" altLang="zh-CN" sz="2000" dirty="0"/>
              <a:t>Error%</a:t>
            </a:r>
            <a:r>
              <a:rPr lang="zh-CN" altLang="en-US" sz="2000" dirty="0"/>
              <a:t>：本次测试中出现错误的请求的数量</a:t>
            </a:r>
            <a:r>
              <a:rPr lang="en-US" altLang="zh-CN" sz="2000" dirty="0"/>
              <a:t>/</a:t>
            </a:r>
            <a:r>
              <a:rPr lang="zh-CN" altLang="en-US" sz="2000" dirty="0"/>
              <a:t>请求的</a:t>
            </a:r>
            <a:r>
              <a:rPr lang="zh-CN" altLang="en-US" sz="2000" dirty="0" smtClean="0"/>
              <a:t>总数</a:t>
            </a:r>
            <a:endParaRPr lang="en-US" altLang="zh-CN" sz="2000" dirty="0" smtClean="0"/>
          </a:p>
          <a:p>
            <a:r>
              <a:rPr lang="en-US" altLang="zh-CN" sz="2000" dirty="0"/>
              <a:t>Throughput</a:t>
            </a:r>
            <a:r>
              <a:rPr lang="zh-CN" altLang="en-US" sz="2000" dirty="0"/>
              <a:t>：吞吐量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表示服务器每单位时间处理的请求数</a:t>
            </a:r>
            <a:endParaRPr lang="en-US" altLang="zh-CN" sz="2000" dirty="0" smtClean="0"/>
          </a:p>
          <a:p>
            <a:r>
              <a:rPr lang="en-US" altLang="zh-CN" sz="2000" dirty="0" smtClean="0"/>
              <a:t>Received KB/Sec</a:t>
            </a:r>
            <a:r>
              <a:rPr lang="zh-CN" altLang="en-US" sz="2000" dirty="0"/>
              <a:t>：每秒从服务器端接收到</a:t>
            </a:r>
            <a:r>
              <a:rPr lang="zh-CN" altLang="en-US" sz="2000" dirty="0" smtClean="0"/>
              <a:t>的字节数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271"/>
            <a:ext cx="9457899" cy="8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0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56096" y="2967335"/>
            <a:ext cx="43322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zh-CN" alt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4652" y="2129051"/>
            <a:ext cx="791118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Thanks Everyone  !</a:t>
            </a:r>
            <a:endParaRPr lang="zh-CN" altLang="en-US" sz="5400" i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9478325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1889</TotalTime>
  <Words>697</Words>
  <Application>Microsoft Office PowerPoint</Application>
  <PresentationFormat>宽屏</PresentationFormat>
  <Paragraphs>129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方正姚体</vt:lpstr>
      <vt:lpstr>华文新魏</vt:lpstr>
      <vt:lpstr>Arial</vt:lpstr>
      <vt:lpstr>Trebuchet MS</vt:lpstr>
      <vt:lpstr>Wingdings</vt:lpstr>
      <vt:lpstr>Wingdings 3</vt:lpstr>
      <vt:lpstr>平面</vt:lpstr>
      <vt:lpstr>压测脚本编写</vt:lpstr>
      <vt:lpstr>搭建Jmeter压测环境  第一步：下载jdk1.8</vt:lpstr>
      <vt:lpstr>第二步：下载jmeter</vt:lpstr>
      <vt:lpstr>Jmeter启动</vt:lpstr>
      <vt:lpstr> Jmeter脚本编写  第1步：导入脚本需要的jar包</vt:lpstr>
      <vt:lpstr>第2步：添加线程组</vt:lpstr>
      <vt:lpstr>第3步：设置线程属性</vt:lpstr>
      <vt:lpstr>第4步：参数化</vt:lpstr>
      <vt:lpstr>第5步：添加信息头管理器</vt:lpstr>
      <vt:lpstr>第6步：添加http请求</vt:lpstr>
      <vt:lpstr>PowerPoint 演示文稿</vt:lpstr>
      <vt:lpstr>第7步：添加响应断言</vt:lpstr>
      <vt:lpstr>PowerPoint 演示文稿</vt:lpstr>
      <vt:lpstr>第8步：添加定时器</vt:lpstr>
      <vt:lpstr>第9步：添加结果树</vt:lpstr>
      <vt:lpstr>PowerPoint 演示文稿</vt:lpstr>
      <vt:lpstr>第10步：添加聚合报告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压测脚本编写</dc:title>
  <dc:creator>v-盖洪伟</dc:creator>
  <cp:lastModifiedBy>v-盖洪伟</cp:lastModifiedBy>
  <cp:revision>110</cp:revision>
  <dcterms:created xsi:type="dcterms:W3CDTF">2018-11-28T08:05:03Z</dcterms:created>
  <dcterms:modified xsi:type="dcterms:W3CDTF">2018-12-12T02:32:38Z</dcterms:modified>
</cp:coreProperties>
</file>
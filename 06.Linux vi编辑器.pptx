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9" r:id="rId13"/>
    <p:sldId id="307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018" autoAdjust="0"/>
  </p:normalViewPr>
  <p:slideViewPr>
    <p:cSldViewPr>
      <p:cViewPr varScale="1">
        <p:scale>
          <a:sx n="80" d="100"/>
          <a:sy n="80" d="100"/>
        </p:scale>
        <p:origin x="-12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2016/8/24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可以新建、修改文本文件</a:t>
            </a:r>
            <a:endParaRPr lang="en-US" altLang="zh-CN" dirty="0" smtClean="0"/>
          </a:p>
          <a:p>
            <a:r>
              <a:rPr lang="zh-CN" altLang="en-US" dirty="0" smtClean="0"/>
              <a:t>全屏幕方式</a:t>
            </a:r>
            <a:endParaRPr lang="en-US" altLang="zh-CN" dirty="0" smtClean="0"/>
          </a:p>
          <a:p>
            <a:r>
              <a:rPr lang="zh-CN" altLang="en-US" dirty="0" smtClean="0"/>
              <a:t>三种模式：命令模式、输入模式、末行模式</a:t>
            </a:r>
            <a:endParaRPr lang="en-US" altLang="zh-CN" dirty="0" smtClean="0"/>
          </a:p>
          <a:p>
            <a:r>
              <a:rPr lang="zh-CN" altLang="en-US" dirty="0" smtClean="0"/>
              <a:t>编程人员偏爱另一种文本编辑器</a:t>
            </a:r>
            <a:r>
              <a:rPr lang="en-US" altLang="zh-CN" dirty="0" smtClean="0"/>
              <a:t>vim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vim</a:t>
            </a:r>
            <a:r>
              <a:rPr lang="zh-CN" altLang="en-US" dirty="0" smtClean="0"/>
              <a:t>是</a:t>
            </a:r>
            <a:r>
              <a:rPr lang="en-US" altLang="zh-CN" dirty="0" smtClean="0"/>
              <a:t>vi</a:t>
            </a:r>
            <a:r>
              <a:rPr lang="zh-CN" altLang="en-US" dirty="0" smtClean="0"/>
              <a:t>的增强模式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编辑器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43438" y="5500702"/>
            <a:ext cx="24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区分大小写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命令模式：</a:t>
            </a:r>
            <a:r>
              <a:rPr lang="en-US" altLang="zh-CN" dirty="0" smtClean="0"/>
              <a:t>vi</a:t>
            </a:r>
            <a:r>
              <a:rPr lang="zh-CN" altLang="en-US" dirty="0" smtClean="0"/>
              <a:t>启动后默认进入的是命令模式，从这个模式使用命令可以切换到另外两种模式，同时无论在任何模式下只要按一下</a:t>
            </a:r>
            <a:r>
              <a:rPr lang="en-US" altLang="zh-CN" dirty="0" smtClean="0"/>
              <a:t>[Esc]</a:t>
            </a:r>
            <a:r>
              <a:rPr lang="zh-CN" altLang="en-US" dirty="0" smtClean="0"/>
              <a:t>键都可以返回命令模式。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输入模式：在这个模式中我们可以做编辑、修改、输入等工作，在编辑器最后一行显示一个“</a:t>
            </a:r>
            <a:r>
              <a:rPr lang="en-US" altLang="zh-CN" dirty="0" smtClean="0"/>
              <a:t>--INSERT--”</a:t>
            </a:r>
            <a:r>
              <a:rPr lang="zh-CN" altLang="en-US" dirty="0" smtClean="0"/>
              <a:t>标志着</a:t>
            </a:r>
            <a:r>
              <a:rPr lang="en-US" altLang="zh-CN" dirty="0" smtClean="0"/>
              <a:t>vi</a:t>
            </a:r>
            <a:r>
              <a:rPr lang="zh-CN" altLang="en-US" dirty="0" smtClean="0"/>
              <a:t>进入了输入模式。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末行模式：在命令模式输入“：”即可进入该模式，在这种方式下</a:t>
            </a:r>
            <a:r>
              <a:rPr lang="en-US" altLang="zh-CN" dirty="0" smtClean="0"/>
              <a:t>vi</a:t>
            </a:r>
            <a:r>
              <a:rPr lang="zh-CN" altLang="en-US" dirty="0" smtClean="0"/>
              <a:t>会在屏幕的最后一行显示一个冒号并等待用户输入命令。</a:t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三种模式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三种模式切换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786058"/>
            <a:ext cx="7500938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71472" y="1785926"/>
            <a:ext cx="8229600" cy="571504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光标移动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命令模式操作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285992"/>
            <a:ext cx="6929437" cy="392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00034" y="1785926"/>
            <a:ext cx="8229600" cy="581194"/>
          </a:xfrm>
        </p:spPr>
        <p:txBody>
          <a:bodyPr/>
          <a:lstStyle/>
          <a:p>
            <a:r>
              <a:rPr lang="zh-CN" altLang="en-US" dirty="0" smtClean="0"/>
              <a:t>复制，粘贴，删除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命令模式操作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357430"/>
            <a:ext cx="8215313" cy="407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652632"/>
          </a:xfrm>
        </p:spPr>
        <p:txBody>
          <a:bodyPr/>
          <a:lstStyle/>
          <a:p>
            <a:r>
              <a:rPr lang="zh-CN" altLang="en-US" dirty="0" smtClean="0"/>
              <a:t>文件内容查找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命令模式操作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928934"/>
            <a:ext cx="8143875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50975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撤销以及保存退出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命令模式操作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000372"/>
            <a:ext cx="7858125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581194"/>
          </a:xfrm>
        </p:spPr>
        <p:txBody>
          <a:bodyPr/>
          <a:lstStyle/>
          <a:p>
            <a:r>
              <a:rPr lang="zh-CN" altLang="en-US" dirty="0" smtClean="0"/>
              <a:t>保存以及退出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末行模式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071810"/>
            <a:ext cx="7929562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652632"/>
          </a:xfrm>
        </p:spPr>
        <p:txBody>
          <a:bodyPr/>
          <a:lstStyle/>
          <a:p>
            <a:r>
              <a:rPr lang="zh-CN" altLang="en-US" dirty="0" smtClean="0"/>
              <a:t>打开新文件或读入其他文件内容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末行模式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000372"/>
            <a:ext cx="7786687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581194"/>
          </a:xfrm>
        </p:spPr>
        <p:txBody>
          <a:bodyPr/>
          <a:lstStyle/>
          <a:p>
            <a:r>
              <a:rPr lang="zh-CN" altLang="en-US" dirty="0" smtClean="0"/>
              <a:t>文件内容替换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</a:t>
            </a:r>
            <a:r>
              <a:rPr lang="zh-CN" altLang="en-US" dirty="0" smtClean="0"/>
              <a:t>末行模式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786058"/>
            <a:ext cx="8072494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用户连接到教师服务器</a:t>
            </a:r>
            <a:endParaRPr lang="en-US" altLang="zh-CN" dirty="0" smtClean="0"/>
          </a:p>
          <a:p>
            <a:r>
              <a:rPr lang="zh-CN" altLang="en-US" dirty="0" smtClean="0"/>
              <a:t>用</a:t>
            </a:r>
            <a:r>
              <a:rPr lang="en-US" altLang="zh-CN" dirty="0" smtClean="0"/>
              <a:t>vi</a:t>
            </a:r>
            <a:r>
              <a:rPr lang="zh-CN" altLang="en-US" dirty="0" smtClean="0"/>
              <a:t>新建一个以自己名字命名的</a:t>
            </a:r>
            <a:r>
              <a:rPr lang="en-US" altLang="zh-CN" dirty="0" smtClean="0"/>
              <a:t>.txt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r>
              <a:rPr lang="zh-CN" altLang="en-US" dirty="0" smtClean="0"/>
              <a:t>在文件中输入如下内容：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hello </a:t>
            </a:r>
            <a:r>
              <a:rPr lang="en-US" altLang="zh-CN" dirty="0" err="1" smtClean="0"/>
              <a:t>word,hello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China,hello</a:t>
            </a:r>
            <a:r>
              <a:rPr lang="en-US" altLang="zh-CN" dirty="0" smtClean="0"/>
              <a:t> friends!</a:t>
            </a:r>
          </a:p>
          <a:p>
            <a:pPr>
              <a:buNone/>
            </a:pPr>
            <a:r>
              <a:rPr lang="en-US" altLang="zh-CN" dirty="0" smtClean="0"/>
              <a:t>hello 12345 hello 67890</a:t>
            </a:r>
          </a:p>
          <a:p>
            <a:pPr>
              <a:buNone/>
            </a:pPr>
            <a:r>
              <a:rPr lang="en-US" altLang="zh-CN" dirty="0" smtClean="0"/>
              <a:t>12345 hello 67890 hello</a:t>
            </a:r>
          </a:p>
          <a:p>
            <a:pPr>
              <a:buNone/>
            </a:pPr>
            <a:r>
              <a:rPr lang="en-US" altLang="zh-CN" dirty="0" smtClean="0"/>
              <a:t>test 12345 test 67890</a:t>
            </a:r>
          </a:p>
          <a:p>
            <a:pPr>
              <a:buNone/>
            </a:pPr>
            <a:r>
              <a:rPr lang="en-US" altLang="zh-CN" dirty="0" smtClean="0"/>
              <a:t>12345 test 67890 test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快速跳到行首</a:t>
            </a:r>
            <a:endParaRPr lang="en-US" altLang="zh-CN" dirty="0" smtClean="0"/>
          </a:p>
          <a:p>
            <a:r>
              <a:rPr lang="zh-CN" altLang="en-US" dirty="0" smtClean="0"/>
              <a:t>快速跳到行末</a:t>
            </a:r>
            <a:endParaRPr lang="en-US" altLang="zh-CN" dirty="0" smtClean="0"/>
          </a:p>
          <a:p>
            <a:r>
              <a:rPr lang="zh-CN" altLang="en-US" dirty="0" smtClean="0"/>
              <a:t>快速跳到首行</a:t>
            </a:r>
            <a:endParaRPr lang="en-US" altLang="zh-CN" dirty="0" smtClean="0"/>
          </a:p>
          <a:p>
            <a:r>
              <a:rPr lang="zh-CN" altLang="en-US" dirty="0" smtClean="0"/>
              <a:t>快速跳到末行</a:t>
            </a:r>
            <a:endParaRPr lang="en-US" altLang="zh-CN" dirty="0" smtClean="0"/>
          </a:p>
          <a:p>
            <a:r>
              <a:rPr lang="zh-CN" altLang="en-US" dirty="0" smtClean="0"/>
              <a:t>显示行号</a:t>
            </a:r>
            <a:endParaRPr lang="en-US" altLang="zh-CN" dirty="0" smtClean="0"/>
          </a:p>
          <a:p>
            <a:r>
              <a:rPr lang="zh-CN" altLang="en-US" dirty="0" smtClean="0"/>
              <a:t>快速去到第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行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将文件的第一行内容复制，然后粘贴到最后一行</a:t>
            </a:r>
            <a:endParaRPr lang="en-US" altLang="zh-CN" dirty="0" smtClean="0"/>
          </a:p>
          <a:p>
            <a:r>
              <a:rPr lang="zh-CN" altLang="en-US" dirty="0" smtClean="0"/>
              <a:t>将文件中每行开头的</a:t>
            </a:r>
            <a:r>
              <a:rPr lang="en-US" altLang="zh-CN" dirty="0" smtClean="0"/>
              <a:t>hello</a:t>
            </a:r>
            <a:r>
              <a:rPr lang="zh-CN" altLang="en-US" dirty="0" smtClean="0"/>
              <a:t>替换成</a:t>
            </a:r>
            <a:r>
              <a:rPr lang="en-US" altLang="zh-CN" dirty="0" smtClean="0"/>
              <a:t>HELLO</a:t>
            </a:r>
          </a:p>
          <a:p>
            <a:r>
              <a:rPr lang="zh-CN" altLang="en-US" dirty="0" smtClean="0"/>
              <a:t>将文件中所有</a:t>
            </a:r>
            <a:r>
              <a:rPr lang="en-US" altLang="zh-CN" dirty="0" smtClean="0"/>
              <a:t>hello</a:t>
            </a:r>
            <a:r>
              <a:rPr lang="zh-CN" altLang="en-US" dirty="0" smtClean="0"/>
              <a:t>替换成</a:t>
            </a:r>
            <a:r>
              <a:rPr lang="en-US" altLang="zh-CN" dirty="0" smtClean="0"/>
              <a:t>HELLO</a:t>
            </a:r>
          </a:p>
          <a:p>
            <a:r>
              <a:rPr lang="zh-CN" altLang="en-US" dirty="0" smtClean="0"/>
              <a:t>将文件中每行末尾的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替换成</a:t>
            </a:r>
            <a:r>
              <a:rPr lang="en-US" altLang="zh-CN" dirty="0" smtClean="0"/>
              <a:t>TEST</a:t>
            </a:r>
          </a:p>
          <a:p>
            <a:r>
              <a:rPr lang="zh-CN" altLang="en-US" dirty="0" smtClean="0"/>
              <a:t>查找字符串“</a:t>
            </a:r>
            <a:r>
              <a:rPr lang="en-US" altLang="zh-CN" dirty="0" smtClean="0"/>
              <a:t>12345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r>
              <a:rPr lang="zh-CN" altLang="en-US" dirty="0" smtClean="0"/>
              <a:t>用命令一次性删除最后一行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1516</TotalTime>
  <Words>354</Words>
  <PresentationFormat>全屏显示(4:3)</PresentationFormat>
  <Paragraphs>51</Paragraphs>
  <Slides>13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课件模版2015-10-26</vt:lpstr>
      <vt:lpstr>vi编辑器介绍</vt:lpstr>
      <vt:lpstr>vi三种模式</vt:lpstr>
      <vt:lpstr>vi三种模式切换</vt:lpstr>
      <vt:lpstr>vi命令模式操作</vt:lpstr>
      <vt:lpstr>vi命令模式操作</vt:lpstr>
      <vt:lpstr>vi命令模式操作</vt:lpstr>
      <vt:lpstr>vi命令模式操作</vt:lpstr>
      <vt:lpstr>vi末行模式</vt:lpstr>
      <vt:lpstr>vi末行模式</vt:lpstr>
      <vt:lpstr>vi末行模式</vt:lpstr>
      <vt:lpstr>练习</vt:lpstr>
      <vt:lpstr>练习</vt:lpstr>
      <vt:lpstr>练习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Sky123.Org</cp:lastModifiedBy>
  <cp:revision>316</cp:revision>
  <dcterms:created xsi:type="dcterms:W3CDTF">2015-10-26T03:38:06Z</dcterms:created>
  <dcterms:modified xsi:type="dcterms:W3CDTF">2016-08-24T09:33:14Z</dcterms:modified>
</cp:coreProperties>
</file>
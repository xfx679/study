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4"/>
  </p:handoutMasterIdLst>
  <p:sldIdLst>
    <p:sldId id="260" r:id="rId3"/>
    <p:sldId id="261" r:id="rId5"/>
    <p:sldId id="265" r:id="rId6"/>
    <p:sldId id="262" r:id="rId7"/>
    <p:sldId id="263" r:id="rId8"/>
    <p:sldId id="264" r:id="rId9"/>
    <p:sldId id="267" r:id="rId10"/>
    <p:sldId id="269" r:id="rId11"/>
    <p:sldId id="270" r:id="rId12"/>
    <p:sldId id="271" r:id="rId13"/>
    <p:sldId id="272" r:id="rId14"/>
    <p:sldId id="289" r:id="rId15"/>
    <p:sldId id="287" r:id="rId16"/>
    <p:sldId id="274" r:id="rId17"/>
    <p:sldId id="297" r:id="rId18"/>
    <p:sldId id="291" r:id="rId19"/>
    <p:sldId id="276" r:id="rId20"/>
    <p:sldId id="277" r:id="rId21"/>
    <p:sldId id="284" r:id="rId22"/>
    <p:sldId id="288" r:id="rId23"/>
  </p:sldIdLst>
  <p:sldSz cx="12192000" cy="6858000"/>
  <p:notesSz cx="6858000" cy="9144000"/>
  <p:custDataLst>
    <p:tags r:id="rId28"/>
  </p:custDataLst>
  <p:defaultTextStyle>
    <a:defPPr>
      <a:defRPr lang="zh-CN"/>
    </a:defPPr>
    <a:lvl1pPr algn="l" defTabSz="912495"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5930" indent="1905" algn="l" defTabSz="912495"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3130" indent="1905" algn="l" defTabSz="912495"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0330" indent="1905" algn="l" defTabSz="912495"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7530" indent="1905" algn="l" defTabSz="912495"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463F"/>
    <a:srgbClr val="CE8983"/>
    <a:srgbClr val="222832"/>
    <a:srgbClr val="2C3441"/>
    <a:srgbClr val="007BC6"/>
    <a:srgbClr val="2194B3"/>
    <a:srgbClr val="225F74"/>
    <a:srgbClr val="1C2E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4" autoAdjust="0"/>
    <p:restoredTop sz="94660" autoAdjust="0"/>
  </p:normalViewPr>
  <p:slideViewPr>
    <p:cSldViewPr snapToGrid="0" showGuides="1">
      <p:cViewPr varScale="1">
        <p:scale>
          <a:sx n="59" d="100"/>
          <a:sy n="59" d="100"/>
        </p:scale>
        <p:origin x="-90" y="-1404"/>
      </p:cViewPr>
      <p:guideLst>
        <p:guide orient="horz" pos="2160"/>
        <p:guide pos="3840"/>
      </p:guideLst>
    </p:cSldViewPr>
  </p:slideViewPr>
  <p:notesTextViewPr>
    <p:cViewPr>
      <p:scale>
        <a:sx n="1" d="1"/>
        <a:sy n="1" d="1"/>
      </p:scale>
      <p:origin x="0" y="0"/>
    </p:cViewPr>
  </p:notesTextViewPr>
  <p:sorterViewPr>
    <p:cViewPr>
      <p:scale>
        <a:sx n="91" d="100"/>
        <a:sy n="91"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3.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cs typeface="+mn-ea"/>
              </a:defRPr>
            </a:lvl1pPr>
          </a:lstStyle>
          <a:p>
            <a:pPr>
              <a:defRPr/>
            </a:pPr>
            <a:fld id="{F50BDC0E-2239-45DF-9524-A1CF3E0711BE}" type="datetimeFigureOut">
              <a:rPr lang="zh-CN" altLang="en-US"/>
            </a:fld>
            <a:endParaRPr lang="zh-CN" altLang="en-US">
              <a:cs typeface="+mn-cs"/>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vl1pPr>
          </a:lstStyle>
          <a:p>
            <a:pPr>
              <a:defRPr/>
            </a:pP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hangingPunct="1">
              <a:buFont typeface="Arial" panose="020B0604020202020204" pitchFamily="34" charset="0"/>
              <a:buNone/>
              <a:defRPr sz="1200" noProof="1">
                <a:cs typeface="+mn-ea"/>
              </a:defRPr>
            </a:lvl1pPr>
          </a:lstStyle>
          <a:p>
            <a:pPr>
              <a:defRPr/>
            </a:pPr>
            <a:fld id="{0E607BD0-D7C9-48FE-820C-9907E3322313}" type="slidenum">
              <a:rPr lang="zh-CN" altLang="en-US"/>
            </a:fld>
            <a:endParaRPr lang="zh-CN" altLang="en-US">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cs typeface="+mn-ea"/>
              </a:defRPr>
            </a:lvl1pPr>
          </a:lstStyle>
          <a:p>
            <a:pPr>
              <a:defRPr/>
            </a:pPr>
            <a:fld id="{84F37D08-85E4-4BFC-AC0F-A700EED159BA}" type="datetimeFigureOut">
              <a:rPr lang="zh-CN" altLang="en-US"/>
            </a:fld>
            <a:endParaRPr lang="zh-CN" altLang="en-US">
              <a:cs typeface="+mn-cs"/>
            </a:endParaRPr>
          </a:p>
        </p:txBody>
      </p:sp>
      <p:sp>
        <p:nvSpPr>
          <p:cNvPr id="91140" name="幻灯片图像占位符 3"/>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ln>
          <a:extLst>
            <a:ext uri="{909E8E84-426E-40DD-AFC4-6F175D3DCCD1}">
              <a14:hiddenFill xmlns:a14="http://schemas.microsoft.com/office/drawing/2010/main">
                <a:solidFill>
                  <a:srgbClr val="FFFFFF"/>
                </a:solidFill>
              </a14:hiddenFill>
            </a:ext>
          </a:extLst>
        </p:spPr>
      </p:sp>
      <p:sp>
        <p:nvSpPr>
          <p:cNvPr id="17413" name="备注占位符 4"/>
          <p:cNvSpPr>
            <a:spLocks noGrp="1" noChangeArrowheads="1"/>
          </p:cNvSpPr>
          <p:nvPr>
            <p:ph type="body" sz="quarter" idx="9"/>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buFont typeface="Arial" panose="020B0604020202020204" pitchFamily="34" charset="0"/>
              <a:buNone/>
              <a:defRPr sz="1200" noProof="1">
                <a:cs typeface="+mn-ea"/>
              </a:defRPr>
            </a:lvl1pPr>
          </a:lstStyle>
          <a:p>
            <a:pPr>
              <a:defRPr/>
            </a:pPr>
            <a:fld id="{5E0E6BE5-EEEF-48E6-89B7-39F5FAB15DA9}" type="slidenum">
              <a:rPr lang="zh-CN" altLang="en-US"/>
            </a:fld>
            <a:endParaRPr lang="zh-CN" altLang="en-US">
              <a:cs typeface="+mn-cs"/>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p:sp>
      <p:sp>
        <p:nvSpPr>
          <p:cNvPr id="94211" name="备注占位符 2"/>
          <p:cNvSpPr>
            <a:spLocks noGrp="1"/>
          </p:cNvSpPr>
          <p:nvPr>
            <p:ph type="body" idx="1"/>
          </p:nvPr>
        </p:nvSpPr>
        <p:spPr>
          <a:noFill/>
        </p:spPr>
        <p:txBody>
          <a:bodyPr/>
          <a:lstStyle/>
          <a:p>
            <a:endParaRPr lang="zh-CN" altLang="en-US" smtClean="0"/>
          </a:p>
        </p:txBody>
      </p:sp>
      <p:sp>
        <p:nvSpPr>
          <p:cNvPr id="4" name="灯片编号占位符 3"/>
          <p:cNvSpPr>
            <a:spLocks noGrp="1"/>
          </p:cNvSpPr>
          <p:nvPr>
            <p:ph type="sldNum" sz="quarter" idx="5"/>
          </p:nvPr>
        </p:nvSpPr>
        <p:spPr/>
        <p:txBody>
          <a:bodyPr/>
          <a:lstStyle/>
          <a:p>
            <a:pPr>
              <a:defRPr/>
            </a:pPr>
            <a:fld id="{6A8C2294-2A10-4BFF-BAB4-CF89F71F9993}" type="slidenum">
              <a:rPr lang="zh-CN" altLang="en-US" smtClean="0"/>
            </a:fld>
            <a:endParaRPr lang="zh-CN" altLang="en-US">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p:sp>
      <p:sp>
        <p:nvSpPr>
          <p:cNvPr id="96259" name="备注占位符 2"/>
          <p:cNvSpPr>
            <a:spLocks noGrp="1"/>
          </p:cNvSpPr>
          <p:nvPr>
            <p:ph type="body" idx="1"/>
          </p:nvPr>
        </p:nvSpPr>
        <p:spPr>
          <a:noFill/>
        </p:spPr>
        <p:txBody>
          <a:bodyPr/>
          <a:lstStyle/>
          <a:p>
            <a:endParaRPr lang="zh-CN" altLang="en-US" smtClean="0"/>
          </a:p>
        </p:txBody>
      </p:sp>
      <p:sp>
        <p:nvSpPr>
          <p:cNvPr id="4" name="灯片编号占位符 3"/>
          <p:cNvSpPr>
            <a:spLocks noGrp="1"/>
          </p:cNvSpPr>
          <p:nvPr>
            <p:ph type="sldNum" sz="quarter" idx="5"/>
          </p:nvPr>
        </p:nvSpPr>
        <p:spPr/>
        <p:txBody>
          <a:bodyPr/>
          <a:lstStyle/>
          <a:p>
            <a:pPr>
              <a:defRPr/>
            </a:pPr>
            <a:fld id="{DE818977-4CC0-4604-B727-B0E627050D5D}" type="slidenum">
              <a:rPr lang="zh-CN" altLang="en-US" smtClean="0"/>
            </a:fld>
            <a:endParaRPr lang="zh-CN" altLang="en-US">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a:noFill/>
        </p:spPr>
        <p:txBody>
          <a:bodyPr/>
          <a:lstStyle/>
          <a:p>
            <a:endParaRPr lang="zh-CN" altLang="en-US" smtClean="0"/>
          </a:p>
        </p:txBody>
      </p:sp>
      <p:sp>
        <p:nvSpPr>
          <p:cNvPr id="4" name="灯片编号占位符 3"/>
          <p:cNvSpPr>
            <a:spLocks noGrp="1"/>
          </p:cNvSpPr>
          <p:nvPr>
            <p:ph type="sldNum" sz="quarter" idx="5"/>
          </p:nvPr>
        </p:nvSpPr>
        <p:spPr/>
        <p:txBody>
          <a:bodyPr/>
          <a:lstStyle/>
          <a:p>
            <a:pPr>
              <a:defRPr/>
            </a:pPr>
            <a:fld id="{2E7D1E3A-1430-458E-8782-2333A704AF2E}" type="slidenum">
              <a:rPr lang="zh-CN" altLang="en-US" smtClean="0"/>
            </a:fld>
            <a:endParaRPr lang="zh-CN" altLang="en-US">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p:sp>
      <p:sp>
        <p:nvSpPr>
          <p:cNvPr id="122883" name="备注占位符 2"/>
          <p:cNvSpPr>
            <a:spLocks noGrp="1"/>
          </p:cNvSpPr>
          <p:nvPr>
            <p:ph type="body" idx="1"/>
          </p:nvPr>
        </p:nvSpPr>
        <p:spPr>
          <a:noFill/>
        </p:spPr>
        <p:txBody>
          <a:bodyPr/>
          <a:lstStyle/>
          <a:p>
            <a:endParaRPr lang="zh-CN" altLang="en-US" smtClean="0"/>
          </a:p>
        </p:txBody>
      </p:sp>
      <p:sp>
        <p:nvSpPr>
          <p:cNvPr id="4" name="灯片编号占位符 3"/>
          <p:cNvSpPr>
            <a:spLocks noGrp="1"/>
          </p:cNvSpPr>
          <p:nvPr>
            <p:ph type="sldNum" sz="quarter" idx="5"/>
          </p:nvPr>
        </p:nvSpPr>
        <p:spPr/>
        <p:txBody>
          <a:bodyPr/>
          <a:lstStyle/>
          <a:p>
            <a:pPr>
              <a:defRPr/>
            </a:pPr>
            <a:fld id="{6A264090-062A-4AB0-B5F3-EB3798E9AB97}" type="slidenum">
              <a:rPr lang="zh-CN" altLang="en-US" smtClean="0"/>
            </a:fld>
            <a:endParaRPr lang="zh-CN" altLang="en-US">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a:prstGeom prst="rect">
            <a:avLst/>
          </a:prstGeo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endParaRPr lang="zh-CN" altLang="en-US" noProof="1"/>
          </a:p>
        </p:txBody>
      </p:sp>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609600" y="1600200"/>
            <a:ext cx="10972800" cy="4525963"/>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a:prstGeom prst="rect">
            <a:avLst/>
          </a:prstGeo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963613"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09600" y="1600200"/>
            <a:ext cx="54102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72200" y="1600200"/>
            <a:ext cx="54102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09600" y="1535113"/>
            <a:ext cx="53863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09600" y="2174875"/>
            <a:ext cx="53863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6192838" y="1535113"/>
            <a:ext cx="5389562"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92838" y="2174875"/>
            <a:ext cx="5389562"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a:t>单击此处编辑母版标题样式</a:t>
            </a:r>
            <a:endParaRPr lang="zh-CN" altLang="en-US" noProof="1"/>
          </a:p>
        </p:txBody>
      </p:sp>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767263" y="273050"/>
            <a:ext cx="681513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09600" y="1435100"/>
            <a:ext cx="40116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a:prstGeom prst="rect">
            <a:avLst/>
          </a:prstGeo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2389188"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09600" y="1600200"/>
            <a:ext cx="10972800" cy="4525963"/>
          </a:xfrm>
          <a:prstGeom prst="rect">
            <a:avLst/>
          </a:prstGeo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F5F5F5"/>
        </a:solidFill>
        <a:effectLst/>
      </p:bgPr>
    </p:bg>
    <p:spTree>
      <p:nvGrpSpPr>
        <p:cNvPr id="1" name=""/>
        <p:cNvGrpSpPr/>
        <p:nvPr/>
      </p:nvGrpSpPr>
      <p:grpSpPr>
        <a:xfrm>
          <a:off x="0" y="0"/>
          <a:ext cx="0" cy="0"/>
          <a:chOff x="0" y="0"/>
          <a:chExt cx="0" cy="0"/>
        </a:xfrm>
      </p:grpSpPr>
      <p:sp>
        <p:nvSpPr>
          <p:cNvPr id="4" name="矩形 3"/>
          <p:cNvSpPr/>
          <p:nvPr userDrawn="1"/>
        </p:nvSpPr>
        <p:spPr>
          <a:xfrm>
            <a:off x="8325228" y="6545425"/>
            <a:ext cx="775136" cy="246221"/>
          </a:xfrm>
          <a:prstGeom prst="rect">
            <a:avLst/>
          </a:prstGeom>
        </p:spPr>
        <p:txBody>
          <a:bodyPr wrap="square">
            <a:spAutoFit/>
          </a:bodyPr>
          <a:lstStyle/>
          <a:p>
            <a:pPr defTabSz="914400" eaLnBrk="1" fontAlgn="auto" hangingPunct="1">
              <a:spcBef>
                <a:spcPts val="0"/>
              </a:spcBef>
              <a:spcAft>
                <a:spcPts val="0"/>
              </a:spcAft>
            </a:pPr>
            <a:r>
              <a:rPr lang="en-US" altLang="zh-CN" sz="100" dirty="0">
                <a:solidFill>
                  <a:schemeClr val="bg1">
                    <a:lumMod val="95000"/>
                  </a:schemeClr>
                </a:solidFill>
                <a:latin typeface="Calibri" panose="020F0502020204030204"/>
                <a:ea typeface="宋体" panose="02010600030101010101" pitchFamily="2" charset="-122"/>
              </a:rPr>
              <a:t>PPT</a:t>
            </a:r>
            <a:r>
              <a:rPr lang="zh-CN" altLang="en-US" sz="100" dirty="0">
                <a:solidFill>
                  <a:schemeClr val="bg1">
                    <a:lumMod val="95000"/>
                  </a:schemeClr>
                </a:solidFill>
                <a:latin typeface="Calibri" panose="020F0502020204030204"/>
                <a:ea typeface="宋体" panose="02010600030101010101" pitchFamily="2" charset="-122"/>
              </a:rPr>
              <a:t>模板下载：</a:t>
            </a:r>
            <a:r>
              <a:rPr lang="en-US" altLang="zh-CN" sz="100" dirty="0">
                <a:solidFill>
                  <a:schemeClr val="bg1">
                    <a:lumMod val="95000"/>
                  </a:schemeClr>
                </a:solidFill>
                <a:latin typeface="Calibri" panose="020F0502020204030204"/>
                <a:ea typeface="宋体" panose="02010600030101010101" pitchFamily="2" charset="-122"/>
              </a:rPr>
              <a:t>www.1ppt.com/moban/     </a:t>
            </a:r>
            <a:r>
              <a:rPr lang="zh-CN" altLang="en-US" sz="100" dirty="0">
                <a:solidFill>
                  <a:schemeClr val="bg1">
                    <a:lumMod val="95000"/>
                  </a:schemeClr>
                </a:solidFill>
                <a:latin typeface="Calibri" panose="020F0502020204030204"/>
                <a:ea typeface="宋体" panose="02010600030101010101" pitchFamily="2" charset="-122"/>
              </a:rPr>
              <a:t>行业</a:t>
            </a:r>
            <a:r>
              <a:rPr lang="en-US" altLang="zh-CN" sz="100" dirty="0">
                <a:solidFill>
                  <a:schemeClr val="bg1">
                    <a:lumMod val="95000"/>
                  </a:schemeClr>
                </a:solidFill>
                <a:latin typeface="Calibri" panose="020F0502020204030204"/>
                <a:ea typeface="宋体" panose="02010600030101010101" pitchFamily="2" charset="-122"/>
              </a:rPr>
              <a:t>PPT</a:t>
            </a:r>
            <a:r>
              <a:rPr lang="zh-CN" altLang="en-US" sz="100" dirty="0">
                <a:solidFill>
                  <a:schemeClr val="bg1">
                    <a:lumMod val="95000"/>
                  </a:schemeClr>
                </a:solidFill>
                <a:latin typeface="Calibri" panose="020F0502020204030204"/>
                <a:ea typeface="宋体" panose="02010600030101010101" pitchFamily="2" charset="-122"/>
              </a:rPr>
              <a:t>模板：</a:t>
            </a:r>
            <a:r>
              <a:rPr lang="en-US" altLang="zh-CN" sz="100" dirty="0">
                <a:solidFill>
                  <a:schemeClr val="bg1">
                    <a:lumMod val="95000"/>
                  </a:schemeClr>
                </a:solidFill>
                <a:latin typeface="Calibri" panose="020F0502020204030204"/>
                <a:ea typeface="宋体" panose="02010600030101010101" pitchFamily="2" charset="-122"/>
              </a:rPr>
              <a:t>www.1ppt.com/hangye/ </a:t>
            </a:r>
            <a:endParaRPr lang="en-US" altLang="zh-CN" sz="100" dirty="0">
              <a:solidFill>
                <a:schemeClr val="bg1">
                  <a:lumMod val="95000"/>
                </a:schemeClr>
              </a:solidFill>
              <a:latin typeface="Calibri" panose="020F0502020204030204"/>
              <a:ea typeface="宋体" panose="02010600030101010101" pitchFamily="2" charset="-122"/>
            </a:endParaRPr>
          </a:p>
          <a:p>
            <a:pPr defTabSz="914400" eaLnBrk="1" fontAlgn="auto" hangingPunct="1">
              <a:spcBef>
                <a:spcPts val="0"/>
              </a:spcBef>
              <a:spcAft>
                <a:spcPts val="0"/>
              </a:spcAft>
            </a:pPr>
            <a:r>
              <a:rPr lang="zh-CN" altLang="en-US" sz="100" dirty="0">
                <a:solidFill>
                  <a:schemeClr val="bg1">
                    <a:lumMod val="95000"/>
                  </a:schemeClr>
                </a:solidFill>
                <a:latin typeface="Calibri" panose="020F0502020204030204"/>
                <a:ea typeface="宋体" panose="02010600030101010101" pitchFamily="2" charset="-122"/>
              </a:rPr>
              <a:t>节日</a:t>
            </a:r>
            <a:r>
              <a:rPr lang="en-US" altLang="zh-CN" sz="100" dirty="0">
                <a:solidFill>
                  <a:schemeClr val="bg1">
                    <a:lumMod val="95000"/>
                  </a:schemeClr>
                </a:solidFill>
                <a:latin typeface="Calibri" panose="020F0502020204030204"/>
                <a:ea typeface="宋体" panose="02010600030101010101" pitchFamily="2" charset="-122"/>
              </a:rPr>
              <a:t>PPT</a:t>
            </a:r>
            <a:r>
              <a:rPr lang="zh-CN" altLang="en-US" sz="100" dirty="0">
                <a:solidFill>
                  <a:schemeClr val="bg1">
                    <a:lumMod val="95000"/>
                  </a:schemeClr>
                </a:solidFill>
                <a:latin typeface="Calibri" panose="020F0502020204030204"/>
                <a:ea typeface="宋体" panose="02010600030101010101" pitchFamily="2" charset="-122"/>
              </a:rPr>
              <a:t>模板：</a:t>
            </a:r>
            <a:r>
              <a:rPr lang="en-US" altLang="zh-CN" sz="100" dirty="0">
                <a:solidFill>
                  <a:schemeClr val="bg1">
                    <a:lumMod val="95000"/>
                  </a:schemeClr>
                </a:solidFill>
                <a:latin typeface="Calibri" panose="020F0502020204030204"/>
                <a:ea typeface="宋体" panose="02010600030101010101" pitchFamily="2" charset="-122"/>
              </a:rPr>
              <a:t>www.1ppt.com/jieri/           PPT</a:t>
            </a:r>
            <a:r>
              <a:rPr lang="zh-CN" altLang="en-US" sz="100" dirty="0">
                <a:solidFill>
                  <a:schemeClr val="bg1">
                    <a:lumMod val="95000"/>
                  </a:schemeClr>
                </a:solidFill>
                <a:latin typeface="Calibri" panose="020F0502020204030204"/>
                <a:ea typeface="宋体" panose="02010600030101010101" pitchFamily="2" charset="-122"/>
              </a:rPr>
              <a:t>素材下载：</a:t>
            </a:r>
            <a:r>
              <a:rPr lang="en-US" altLang="zh-CN" sz="100" dirty="0">
                <a:solidFill>
                  <a:schemeClr val="bg1">
                    <a:lumMod val="95000"/>
                  </a:schemeClr>
                </a:solidFill>
                <a:latin typeface="Calibri" panose="020F0502020204030204"/>
                <a:ea typeface="宋体" panose="02010600030101010101" pitchFamily="2" charset="-122"/>
              </a:rPr>
              <a:t>www.1ppt.com/sucai/</a:t>
            </a:r>
            <a:endParaRPr lang="en-US" altLang="zh-CN" sz="100" dirty="0">
              <a:solidFill>
                <a:schemeClr val="bg1">
                  <a:lumMod val="95000"/>
                </a:schemeClr>
              </a:solidFill>
              <a:latin typeface="Calibri" panose="020F0502020204030204"/>
              <a:ea typeface="宋体" panose="02010600030101010101" pitchFamily="2" charset="-122"/>
            </a:endParaRPr>
          </a:p>
          <a:p>
            <a:pPr defTabSz="914400" eaLnBrk="1" fontAlgn="auto" hangingPunct="1">
              <a:spcBef>
                <a:spcPts val="0"/>
              </a:spcBef>
              <a:spcAft>
                <a:spcPts val="0"/>
              </a:spcAft>
            </a:pPr>
            <a:r>
              <a:rPr lang="en-US" altLang="zh-CN" sz="100" dirty="0">
                <a:solidFill>
                  <a:schemeClr val="bg1">
                    <a:lumMod val="95000"/>
                  </a:schemeClr>
                </a:solidFill>
                <a:latin typeface="Calibri" panose="020F0502020204030204"/>
                <a:ea typeface="宋体" panose="02010600030101010101" pitchFamily="2" charset="-122"/>
              </a:rPr>
              <a:t>PPT</a:t>
            </a:r>
            <a:r>
              <a:rPr lang="zh-CN" altLang="en-US" sz="100" dirty="0">
                <a:solidFill>
                  <a:schemeClr val="bg1">
                    <a:lumMod val="95000"/>
                  </a:schemeClr>
                </a:solidFill>
                <a:latin typeface="Calibri" panose="020F0502020204030204"/>
                <a:ea typeface="宋体" panose="02010600030101010101" pitchFamily="2" charset="-122"/>
              </a:rPr>
              <a:t>背景图片：</a:t>
            </a:r>
            <a:r>
              <a:rPr lang="en-US" altLang="zh-CN" sz="100" dirty="0">
                <a:solidFill>
                  <a:schemeClr val="bg1">
                    <a:lumMod val="95000"/>
                  </a:schemeClr>
                </a:solidFill>
                <a:latin typeface="Calibri" panose="020F0502020204030204"/>
                <a:ea typeface="宋体" panose="02010600030101010101" pitchFamily="2" charset="-122"/>
              </a:rPr>
              <a:t>www.1ppt.com/beijing/      PPT</a:t>
            </a:r>
            <a:r>
              <a:rPr lang="zh-CN" altLang="en-US" sz="100" dirty="0">
                <a:solidFill>
                  <a:schemeClr val="bg1">
                    <a:lumMod val="95000"/>
                  </a:schemeClr>
                </a:solidFill>
                <a:latin typeface="Calibri" panose="020F0502020204030204"/>
                <a:ea typeface="宋体" panose="02010600030101010101" pitchFamily="2" charset="-122"/>
              </a:rPr>
              <a:t>图表下载：</a:t>
            </a:r>
            <a:r>
              <a:rPr lang="en-US" altLang="zh-CN" sz="100" dirty="0">
                <a:solidFill>
                  <a:schemeClr val="bg1">
                    <a:lumMod val="95000"/>
                  </a:schemeClr>
                </a:solidFill>
                <a:latin typeface="Calibri" panose="020F0502020204030204"/>
                <a:ea typeface="宋体" panose="02010600030101010101" pitchFamily="2" charset="-122"/>
              </a:rPr>
              <a:t>www.1ppt.com/tubiao/      </a:t>
            </a:r>
            <a:endParaRPr lang="en-US" altLang="zh-CN" sz="100" dirty="0">
              <a:solidFill>
                <a:schemeClr val="bg1">
                  <a:lumMod val="95000"/>
                </a:schemeClr>
              </a:solidFill>
              <a:latin typeface="Calibri" panose="020F0502020204030204"/>
              <a:ea typeface="宋体" panose="02010600030101010101" pitchFamily="2" charset="-122"/>
            </a:endParaRPr>
          </a:p>
          <a:p>
            <a:pPr defTabSz="914400" eaLnBrk="1" fontAlgn="auto" hangingPunct="1">
              <a:spcBef>
                <a:spcPts val="0"/>
              </a:spcBef>
              <a:spcAft>
                <a:spcPts val="0"/>
              </a:spcAft>
            </a:pPr>
            <a:r>
              <a:rPr lang="zh-CN" altLang="en-US" sz="100" dirty="0">
                <a:solidFill>
                  <a:schemeClr val="bg1">
                    <a:lumMod val="95000"/>
                  </a:schemeClr>
                </a:solidFill>
                <a:latin typeface="Calibri" panose="020F0502020204030204"/>
                <a:ea typeface="宋体" panose="02010600030101010101" pitchFamily="2" charset="-122"/>
              </a:rPr>
              <a:t>优秀</a:t>
            </a:r>
            <a:r>
              <a:rPr lang="en-US" altLang="zh-CN" sz="100" dirty="0">
                <a:solidFill>
                  <a:schemeClr val="bg1">
                    <a:lumMod val="95000"/>
                  </a:schemeClr>
                </a:solidFill>
                <a:latin typeface="Calibri" panose="020F0502020204030204"/>
                <a:ea typeface="宋体" panose="02010600030101010101" pitchFamily="2" charset="-122"/>
              </a:rPr>
              <a:t>PPT</a:t>
            </a:r>
            <a:r>
              <a:rPr lang="zh-CN" altLang="en-US" sz="100" dirty="0">
                <a:solidFill>
                  <a:schemeClr val="bg1">
                    <a:lumMod val="95000"/>
                  </a:schemeClr>
                </a:solidFill>
                <a:latin typeface="Calibri" panose="020F0502020204030204"/>
                <a:ea typeface="宋体" panose="02010600030101010101" pitchFamily="2" charset="-122"/>
              </a:rPr>
              <a:t>下载：</a:t>
            </a:r>
            <a:r>
              <a:rPr lang="en-US" altLang="zh-CN" sz="100" dirty="0">
                <a:solidFill>
                  <a:schemeClr val="bg1">
                    <a:lumMod val="95000"/>
                  </a:schemeClr>
                </a:solidFill>
                <a:latin typeface="Calibri" panose="020F0502020204030204"/>
                <a:ea typeface="宋体" panose="02010600030101010101" pitchFamily="2" charset="-122"/>
              </a:rPr>
              <a:t>www.1ppt.com/xiazai/        PPT</a:t>
            </a:r>
            <a:r>
              <a:rPr lang="zh-CN" altLang="en-US" sz="100" dirty="0">
                <a:solidFill>
                  <a:schemeClr val="bg1">
                    <a:lumMod val="95000"/>
                  </a:schemeClr>
                </a:solidFill>
                <a:latin typeface="Calibri" panose="020F0502020204030204"/>
                <a:ea typeface="宋体" panose="02010600030101010101" pitchFamily="2" charset="-122"/>
              </a:rPr>
              <a:t>教程： </a:t>
            </a:r>
            <a:r>
              <a:rPr lang="en-US" altLang="zh-CN" sz="100" dirty="0">
                <a:solidFill>
                  <a:schemeClr val="bg1">
                    <a:lumMod val="95000"/>
                  </a:schemeClr>
                </a:solidFill>
                <a:latin typeface="Calibri" panose="020F0502020204030204"/>
                <a:ea typeface="宋体" panose="02010600030101010101" pitchFamily="2" charset="-122"/>
              </a:rPr>
              <a:t>www.1ppt.com/powerpoint/      </a:t>
            </a:r>
            <a:endParaRPr lang="en-US" altLang="zh-CN" sz="100" dirty="0">
              <a:solidFill>
                <a:schemeClr val="bg1">
                  <a:lumMod val="95000"/>
                </a:schemeClr>
              </a:solidFill>
              <a:latin typeface="Calibri" panose="020F0502020204030204"/>
              <a:ea typeface="宋体" panose="02010600030101010101" pitchFamily="2" charset="-122"/>
            </a:endParaRPr>
          </a:p>
          <a:p>
            <a:pPr defTabSz="914400" eaLnBrk="1" fontAlgn="auto" hangingPunct="1">
              <a:spcBef>
                <a:spcPts val="0"/>
              </a:spcBef>
              <a:spcAft>
                <a:spcPts val="0"/>
              </a:spcAft>
            </a:pPr>
            <a:r>
              <a:rPr lang="en-US" altLang="zh-CN" sz="100" dirty="0">
                <a:solidFill>
                  <a:schemeClr val="bg1">
                    <a:lumMod val="95000"/>
                  </a:schemeClr>
                </a:solidFill>
                <a:latin typeface="Calibri" panose="020F0502020204030204"/>
                <a:ea typeface="宋体" panose="02010600030101010101" pitchFamily="2" charset="-122"/>
              </a:rPr>
              <a:t>Word</a:t>
            </a:r>
            <a:r>
              <a:rPr lang="zh-CN" altLang="en-US" sz="100" dirty="0">
                <a:solidFill>
                  <a:schemeClr val="bg1">
                    <a:lumMod val="95000"/>
                  </a:schemeClr>
                </a:solidFill>
                <a:latin typeface="Calibri" panose="020F0502020204030204"/>
                <a:ea typeface="宋体" panose="02010600030101010101" pitchFamily="2" charset="-122"/>
              </a:rPr>
              <a:t>教程： </a:t>
            </a:r>
            <a:r>
              <a:rPr lang="en-US" altLang="zh-CN" sz="100" dirty="0">
                <a:solidFill>
                  <a:schemeClr val="bg1">
                    <a:lumMod val="95000"/>
                  </a:schemeClr>
                </a:solidFill>
                <a:latin typeface="Calibri" panose="020F0502020204030204"/>
                <a:ea typeface="宋体" panose="02010600030101010101" pitchFamily="2" charset="-122"/>
              </a:rPr>
              <a:t>www.1ppt.com/word/              Excel</a:t>
            </a:r>
            <a:r>
              <a:rPr lang="zh-CN" altLang="en-US" sz="100" dirty="0">
                <a:solidFill>
                  <a:schemeClr val="bg1">
                    <a:lumMod val="95000"/>
                  </a:schemeClr>
                </a:solidFill>
                <a:latin typeface="Calibri" panose="020F0502020204030204"/>
                <a:ea typeface="宋体" panose="02010600030101010101" pitchFamily="2" charset="-122"/>
              </a:rPr>
              <a:t>教程：</a:t>
            </a:r>
            <a:r>
              <a:rPr lang="en-US" altLang="zh-CN" sz="100" dirty="0">
                <a:solidFill>
                  <a:schemeClr val="bg1">
                    <a:lumMod val="95000"/>
                  </a:schemeClr>
                </a:solidFill>
                <a:latin typeface="Calibri" panose="020F0502020204030204"/>
                <a:ea typeface="宋体" panose="02010600030101010101" pitchFamily="2" charset="-122"/>
              </a:rPr>
              <a:t>www.1ppt.com/excel/  </a:t>
            </a:r>
            <a:endParaRPr lang="en-US" altLang="zh-CN" sz="100" dirty="0">
              <a:solidFill>
                <a:schemeClr val="bg1">
                  <a:lumMod val="95000"/>
                </a:schemeClr>
              </a:solidFill>
              <a:latin typeface="Calibri" panose="020F0502020204030204"/>
              <a:ea typeface="宋体" panose="02010600030101010101" pitchFamily="2" charset="-122"/>
            </a:endParaRPr>
          </a:p>
          <a:p>
            <a:pPr defTabSz="914400" eaLnBrk="1" fontAlgn="auto" hangingPunct="1">
              <a:spcBef>
                <a:spcPts val="0"/>
              </a:spcBef>
              <a:spcAft>
                <a:spcPts val="0"/>
              </a:spcAft>
            </a:pPr>
            <a:r>
              <a:rPr lang="zh-CN" altLang="en-US" sz="100" dirty="0">
                <a:solidFill>
                  <a:schemeClr val="bg1">
                    <a:lumMod val="95000"/>
                  </a:schemeClr>
                </a:solidFill>
                <a:latin typeface="Calibri" panose="020F0502020204030204"/>
                <a:ea typeface="宋体" panose="02010600030101010101" pitchFamily="2" charset="-122"/>
              </a:rPr>
              <a:t>资料下载：</a:t>
            </a:r>
            <a:r>
              <a:rPr lang="en-US" altLang="zh-CN" sz="100" dirty="0">
                <a:solidFill>
                  <a:schemeClr val="bg1">
                    <a:lumMod val="95000"/>
                  </a:schemeClr>
                </a:solidFill>
                <a:latin typeface="Calibri" panose="020F0502020204030204"/>
                <a:ea typeface="宋体" panose="02010600030101010101" pitchFamily="2" charset="-122"/>
              </a:rPr>
              <a:t>www.1ppt.com/ziliao/                PPT</a:t>
            </a:r>
            <a:r>
              <a:rPr lang="zh-CN" altLang="en-US" sz="100" dirty="0">
                <a:solidFill>
                  <a:schemeClr val="bg1">
                    <a:lumMod val="95000"/>
                  </a:schemeClr>
                </a:solidFill>
                <a:latin typeface="Calibri" panose="020F0502020204030204"/>
                <a:ea typeface="宋体" panose="02010600030101010101" pitchFamily="2" charset="-122"/>
              </a:rPr>
              <a:t>课件下载：</a:t>
            </a:r>
            <a:r>
              <a:rPr lang="en-US" altLang="zh-CN" sz="100" dirty="0">
                <a:solidFill>
                  <a:schemeClr val="bg1">
                    <a:lumMod val="95000"/>
                  </a:schemeClr>
                </a:solidFill>
                <a:latin typeface="Calibri" panose="020F0502020204030204"/>
                <a:ea typeface="宋体" panose="02010600030101010101" pitchFamily="2" charset="-122"/>
              </a:rPr>
              <a:t>www.1ppt.com/kejian/ </a:t>
            </a:r>
            <a:endParaRPr lang="en-US" altLang="zh-CN" sz="100" dirty="0">
              <a:solidFill>
                <a:schemeClr val="bg1">
                  <a:lumMod val="95000"/>
                </a:schemeClr>
              </a:solidFill>
              <a:latin typeface="Calibri" panose="020F0502020204030204"/>
              <a:ea typeface="宋体" panose="02010600030101010101" pitchFamily="2" charset="-122"/>
            </a:endParaRPr>
          </a:p>
          <a:p>
            <a:pPr defTabSz="914400" eaLnBrk="1" fontAlgn="auto" hangingPunct="1">
              <a:spcBef>
                <a:spcPts val="0"/>
              </a:spcBef>
              <a:spcAft>
                <a:spcPts val="0"/>
              </a:spcAft>
            </a:pPr>
            <a:r>
              <a:rPr lang="zh-CN" altLang="en-US" sz="100" dirty="0">
                <a:solidFill>
                  <a:schemeClr val="bg1">
                    <a:lumMod val="95000"/>
                  </a:schemeClr>
                </a:solidFill>
                <a:latin typeface="Calibri" panose="020F0502020204030204"/>
                <a:ea typeface="宋体" panose="02010600030101010101" pitchFamily="2" charset="-122"/>
              </a:rPr>
              <a:t>范文下载：</a:t>
            </a:r>
            <a:r>
              <a:rPr lang="en-US" altLang="zh-CN" sz="100" dirty="0">
                <a:solidFill>
                  <a:schemeClr val="bg1">
                    <a:lumMod val="95000"/>
                  </a:schemeClr>
                </a:solidFill>
                <a:latin typeface="Calibri" panose="020F0502020204030204"/>
                <a:ea typeface="宋体" panose="02010600030101010101" pitchFamily="2" charset="-122"/>
              </a:rPr>
              <a:t>www.1ppt.com/fanwen/             </a:t>
            </a:r>
            <a:r>
              <a:rPr lang="zh-CN" altLang="en-US" sz="100" dirty="0">
                <a:solidFill>
                  <a:schemeClr val="bg1">
                    <a:lumMod val="95000"/>
                  </a:schemeClr>
                </a:solidFill>
                <a:latin typeface="Calibri" panose="020F0502020204030204"/>
                <a:ea typeface="宋体" panose="02010600030101010101" pitchFamily="2" charset="-122"/>
              </a:rPr>
              <a:t>试卷下载：</a:t>
            </a:r>
            <a:r>
              <a:rPr lang="en-US" altLang="zh-CN" sz="100" dirty="0">
                <a:solidFill>
                  <a:schemeClr val="bg1">
                    <a:lumMod val="95000"/>
                  </a:schemeClr>
                </a:solidFill>
                <a:latin typeface="Calibri" panose="020F0502020204030204"/>
                <a:ea typeface="宋体" panose="02010600030101010101" pitchFamily="2" charset="-122"/>
              </a:rPr>
              <a:t>www.1ppt.com/shiti/  </a:t>
            </a:r>
            <a:endParaRPr lang="en-US" altLang="zh-CN" sz="100" dirty="0">
              <a:solidFill>
                <a:schemeClr val="bg1">
                  <a:lumMod val="95000"/>
                </a:schemeClr>
              </a:solidFill>
              <a:latin typeface="Calibri" panose="020F0502020204030204"/>
              <a:ea typeface="宋体" panose="02010600030101010101" pitchFamily="2" charset="-122"/>
            </a:endParaRPr>
          </a:p>
          <a:p>
            <a:pPr defTabSz="914400" eaLnBrk="1" fontAlgn="auto" hangingPunct="1">
              <a:spcBef>
                <a:spcPts val="0"/>
              </a:spcBef>
              <a:spcAft>
                <a:spcPts val="0"/>
              </a:spcAft>
            </a:pPr>
            <a:r>
              <a:rPr lang="zh-CN" altLang="en-US" sz="100" dirty="0">
                <a:solidFill>
                  <a:schemeClr val="bg1">
                    <a:lumMod val="95000"/>
                  </a:schemeClr>
                </a:solidFill>
                <a:latin typeface="Calibri" panose="020F0502020204030204"/>
                <a:ea typeface="宋体" panose="02010600030101010101" pitchFamily="2" charset="-122"/>
              </a:rPr>
              <a:t>教案下载：</a:t>
            </a:r>
            <a:r>
              <a:rPr lang="en-US" altLang="zh-CN" sz="100" dirty="0">
                <a:solidFill>
                  <a:schemeClr val="bg1">
                    <a:lumMod val="95000"/>
                  </a:schemeClr>
                </a:solidFill>
                <a:latin typeface="Calibri" panose="020F0502020204030204"/>
                <a:ea typeface="宋体" panose="02010600030101010101" pitchFamily="2" charset="-122"/>
              </a:rPr>
              <a:t>www.1ppt.com/jiaoan/  </a:t>
            </a:r>
            <a:r>
              <a:rPr lang="en-US" altLang="zh-CN" sz="100" dirty="0" smtClean="0">
                <a:solidFill>
                  <a:schemeClr val="bg1">
                    <a:lumMod val="95000"/>
                  </a:schemeClr>
                </a:solidFill>
                <a:latin typeface="Calibri" panose="020F0502020204030204"/>
                <a:ea typeface="宋体" panose="02010600030101010101" pitchFamily="2" charset="-122"/>
              </a:rPr>
              <a:t>      </a:t>
            </a:r>
            <a:endParaRPr lang="en-US" altLang="zh-CN" sz="100" dirty="0">
              <a:solidFill>
                <a:schemeClr val="bg1">
                  <a:lumMod val="95000"/>
                </a:schemeClr>
              </a:solidFill>
              <a:latin typeface="Calibri" panose="020F0502020204030204"/>
              <a:ea typeface="宋体" panose="02010600030101010101" pitchFamily="2" charset="-122"/>
            </a:endParaRPr>
          </a:p>
          <a:p>
            <a:pPr defTabSz="914400" eaLnBrk="1" fontAlgn="auto" hangingPunct="1">
              <a:spcBef>
                <a:spcPts val="0"/>
              </a:spcBef>
              <a:spcAft>
                <a:spcPts val="0"/>
              </a:spcAft>
            </a:pPr>
            <a:r>
              <a:rPr lang="zh-CN" altLang="en-US" sz="100" dirty="0" smtClean="0">
                <a:solidFill>
                  <a:schemeClr val="bg1">
                    <a:lumMod val="95000"/>
                  </a:schemeClr>
                </a:solidFill>
                <a:latin typeface="Calibri" panose="020F0502020204030204"/>
                <a:ea typeface="宋体" panose="02010600030101010101" pitchFamily="2" charset="-122"/>
              </a:rPr>
              <a:t>字体下载：</a:t>
            </a:r>
            <a:r>
              <a:rPr lang="en-US" altLang="zh-CN" sz="100" dirty="0" smtClean="0">
                <a:solidFill>
                  <a:schemeClr val="bg1">
                    <a:lumMod val="95000"/>
                  </a:schemeClr>
                </a:solidFill>
                <a:latin typeface="Calibri" panose="020F0502020204030204"/>
                <a:ea typeface="宋体" panose="02010600030101010101" pitchFamily="2" charset="-122"/>
              </a:rPr>
              <a:t>www.1ppt.com/ziti/</a:t>
            </a:r>
            <a:endParaRPr lang="en-US" altLang="zh-CN" sz="100" dirty="0">
              <a:solidFill>
                <a:schemeClr val="bg1">
                  <a:lumMod val="95000"/>
                </a:schemeClr>
              </a:solidFill>
              <a:latin typeface="Calibri" panose="020F0502020204030204"/>
              <a:ea typeface="宋体" panose="02010600030101010101" pitchFamily="2" charset="-122"/>
            </a:endParaRPr>
          </a:p>
          <a:p>
            <a:pPr defTabSz="914400" eaLnBrk="1" fontAlgn="auto" hangingPunct="1">
              <a:spcBef>
                <a:spcPts val="0"/>
              </a:spcBef>
              <a:spcAft>
                <a:spcPts val="0"/>
              </a:spcAft>
            </a:pPr>
            <a:r>
              <a:rPr lang="en-US" altLang="zh-CN" sz="100" dirty="0">
                <a:solidFill>
                  <a:schemeClr val="bg1">
                    <a:lumMod val="95000"/>
                  </a:schemeClr>
                </a:solidFill>
                <a:latin typeface="Calibri" panose="020F0502020204030204"/>
                <a:ea typeface="宋体" panose="02010600030101010101" pitchFamily="2" charset="-122"/>
              </a:rPr>
              <a:t> </a:t>
            </a:r>
            <a:endParaRPr lang="zh-CN" altLang="en-US" sz="100" dirty="0">
              <a:solidFill>
                <a:schemeClr val="bg1">
                  <a:lumMod val="95000"/>
                </a:schemeClr>
              </a:solidFill>
              <a:latin typeface="Calibri" panose="020F0502020204030204"/>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txStyles>
    <p:titleStyle>
      <a:lvl1pPr algn="l" defTabSz="912495" rtl="0" eaLnBrk="0" fontAlgn="base" hangingPunct="0">
        <a:lnSpc>
          <a:spcPct val="90000"/>
        </a:lnSpc>
        <a:spcBef>
          <a:spcPct val="0"/>
        </a:spcBef>
        <a:spcAft>
          <a:spcPct val="0"/>
        </a:spcAft>
        <a:defRPr sz="4400">
          <a:solidFill>
            <a:schemeClr val="tx1"/>
          </a:solidFill>
          <a:latin typeface="+mj-lt"/>
          <a:ea typeface="+mj-ea"/>
          <a:cs typeface="+mj-cs"/>
        </a:defRPr>
      </a:lvl1pPr>
      <a:lvl2pPr algn="l" defTabSz="912495"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defTabSz="912495"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defTabSz="912495"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defTabSz="912495"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defTabSz="912495"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defTabSz="912495"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defTabSz="912495"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defTabSz="912495"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7330" indent="-227330" algn="l" defTabSz="912495"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4530" indent="-227330" algn="l" defTabSz="912495"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1730" indent="-227330" algn="l" defTabSz="912495"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598930" indent="-227330" algn="l" defTabSz="912495"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6130" indent="-227330" algn="l" defTabSz="912495"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3330" indent="-227330" algn="l" defTabSz="912495"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0530" indent="-227330" algn="l" defTabSz="912495"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7730" indent="-227330" algn="l" defTabSz="912495"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4930" indent="-227330" algn="l" defTabSz="912495"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www.idataapi.cn/product/detail/157" TargetMode="Externa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xml"/><Relationship Id="rId2" Type="http://schemas.openxmlformats.org/officeDocument/2006/relationships/image" Target="../media/image9.jpe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文本框 5"/>
          <p:cNvSpPr txBox="1">
            <a:spLocks noChangeArrowheads="1"/>
          </p:cNvSpPr>
          <p:nvPr/>
        </p:nvSpPr>
        <p:spPr bwMode="auto">
          <a:xfrm>
            <a:off x="5643812" y="3998327"/>
            <a:ext cx="309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marL="22847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419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91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63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2000" dirty="0">
              <a:solidFill>
                <a:schemeClr val="bg1">
                  <a:lumMod val="50000"/>
                </a:schemeClr>
              </a:solidFill>
              <a:latin typeface="方正兰亭超细黑简体" panose="02000000000000000000" pitchFamily="2" charset="-122"/>
              <a:ea typeface="方正兰亭超细黑简体" panose="02000000000000000000" pitchFamily="2" charset="-122"/>
            </a:endParaRPr>
          </a:p>
        </p:txBody>
      </p:sp>
      <p:sp>
        <p:nvSpPr>
          <p:cNvPr id="93187" name="文本框 6"/>
          <p:cNvSpPr txBox="1">
            <a:spLocks noChangeArrowheads="1"/>
          </p:cNvSpPr>
          <p:nvPr/>
        </p:nvSpPr>
        <p:spPr bwMode="auto">
          <a:xfrm>
            <a:off x="5989003" y="2668905"/>
            <a:ext cx="32308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Font typeface="Arial" panose="020B0604020202020204" pitchFamily="34" charset="0"/>
              <a:buNone/>
              <a:defRPr/>
            </a:pPr>
            <a:r>
              <a:rPr lang="zh-CN" altLang="en-US" sz="4000" dirty="0">
                <a:solidFill>
                  <a:schemeClr val="tx1">
                    <a:lumMod val="65000"/>
                    <a:lumOff val="35000"/>
                  </a:schemeClr>
                </a:solidFill>
                <a:latin typeface="幼圆" panose="02010509060101010101" pitchFamily="49" charset="-122"/>
                <a:ea typeface="幼圆" panose="02010509060101010101" pitchFamily="49" charset="-122"/>
              </a:rPr>
              <a:t>接口测试流程</a:t>
            </a:r>
            <a:endParaRPr lang="zh-CN" altLang="en-US" sz="4000" dirty="0">
              <a:solidFill>
                <a:schemeClr val="tx1">
                  <a:lumMod val="65000"/>
                  <a:lumOff val="35000"/>
                </a:schemeClr>
              </a:solidFill>
              <a:latin typeface="幼圆" panose="02010509060101010101" pitchFamily="49" charset="-122"/>
              <a:ea typeface="幼圆" panose="02010509060101010101" pitchFamily="49" charset="-122"/>
            </a:endParaRPr>
          </a:p>
        </p:txBody>
      </p:sp>
      <p:cxnSp>
        <p:nvCxnSpPr>
          <p:cNvPr id="93188" name="直接连接符 6"/>
          <p:cNvCxnSpPr/>
          <p:nvPr/>
        </p:nvCxnSpPr>
        <p:spPr bwMode="auto">
          <a:xfrm>
            <a:off x="4195763" y="3832225"/>
            <a:ext cx="6816725" cy="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pic>
        <p:nvPicPr>
          <p:cNvPr id="93189" name="图片 2"/>
          <p:cNvPicPr>
            <a:picLocks noChangeAspect="1"/>
          </p:cNvPicPr>
          <p:nvPr/>
        </p:nvPicPr>
        <p:blipFill>
          <a:blip r:embed="rId1" cstate="screen"/>
          <a:srcRect/>
          <a:stretch>
            <a:fillRect/>
          </a:stretch>
        </p:blipFill>
        <p:spPr bwMode="auto">
          <a:xfrm>
            <a:off x="1011555" y="995998"/>
            <a:ext cx="5878513" cy="587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5234" name="组合 13"/>
          <p:cNvGrpSpPr/>
          <p:nvPr/>
        </p:nvGrpSpPr>
        <p:grpSpPr bwMode="auto">
          <a:xfrm>
            <a:off x="2144713" y="0"/>
            <a:ext cx="80962" cy="6858000"/>
            <a:chOff x="2144315" y="0"/>
            <a:chExt cx="81439" cy="6858000"/>
          </a:xfrm>
        </p:grpSpPr>
        <p:sp>
          <p:nvSpPr>
            <p:cNvPr id="9" name="椭圆 8"/>
            <p:cNvSpPr/>
            <p:nvPr/>
          </p:nvSpPr>
          <p:spPr bwMode="auto">
            <a:xfrm>
              <a:off x="2144315" y="1419225"/>
              <a:ext cx="81439"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cxnSp>
          <p:nvCxnSpPr>
            <p:cNvPr id="11" name="直接连接符 10"/>
            <p:cNvCxnSpPr/>
            <p:nvPr/>
          </p:nvCxnSpPr>
          <p:spPr bwMode="auto">
            <a:xfrm>
              <a:off x="2184236"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13" name="直接连接符 12"/>
            <p:cNvCxnSpPr/>
            <p:nvPr/>
          </p:nvCxnSpPr>
          <p:spPr bwMode="auto">
            <a:xfrm>
              <a:off x="2184236"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18" name="椭圆 17"/>
            <p:cNvSpPr/>
            <p:nvPr/>
          </p:nvSpPr>
          <p:spPr bwMode="auto">
            <a:xfrm>
              <a:off x="2144315" y="2919413"/>
              <a:ext cx="81439"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grpSp>
      <p:sp>
        <p:nvSpPr>
          <p:cNvPr id="20" name="文本框 6"/>
          <p:cNvSpPr txBox="1">
            <a:spLocks noChangeArrowheads="1"/>
          </p:cNvSpPr>
          <p:nvPr/>
        </p:nvSpPr>
        <p:spPr bwMode="auto">
          <a:xfrm>
            <a:off x="1865313" y="1538288"/>
            <a:ext cx="6588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anose="020B0604020202020204" pitchFamily="34" charset="0"/>
              <a:buNone/>
              <a:defRPr/>
            </a:pPr>
            <a:r>
              <a:rPr lang="zh-CN" altLang="en-US" sz="3600" dirty="0">
                <a:solidFill>
                  <a:schemeClr val="tx1">
                    <a:lumMod val="65000"/>
                    <a:lumOff val="35000"/>
                  </a:schemeClr>
                </a:solidFill>
                <a:latin typeface="幼圆" panose="02010509060101010101" pitchFamily="49" charset="-122"/>
                <a:ea typeface="幼圆" panose="02010509060101010101" pitchFamily="49" charset="-122"/>
              </a:rPr>
              <a:t>目录</a:t>
            </a:r>
            <a:endParaRPr lang="zh-CN" altLang="en-US" sz="3600" dirty="0">
              <a:solidFill>
                <a:schemeClr val="tx1">
                  <a:lumMod val="65000"/>
                  <a:lumOff val="35000"/>
                </a:schemeClr>
              </a:solidFill>
              <a:latin typeface="幼圆" panose="02010509060101010101" pitchFamily="49" charset="-122"/>
              <a:ea typeface="幼圆" panose="02010509060101010101" pitchFamily="49" charset="-122"/>
            </a:endParaRPr>
          </a:p>
        </p:txBody>
      </p:sp>
      <p:pic>
        <p:nvPicPr>
          <p:cNvPr id="95236" name="图片 20"/>
          <p:cNvPicPr>
            <a:picLocks noChangeAspect="1"/>
          </p:cNvPicPr>
          <p:nvPr/>
        </p:nvPicPr>
        <p:blipFill>
          <a:blip r:embed="rId1" cstate="screen"/>
          <a:srcRect l="25368" b="7591"/>
          <a:stretch>
            <a:fillRect/>
          </a:stretch>
        </p:blipFill>
        <p:spPr bwMode="auto">
          <a:xfrm>
            <a:off x="25400" y="446723"/>
            <a:ext cx="4965700" cy="614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 name="组合 21"/>
          <p:cNvGrpSpPr/>
          <p:nvPr/>
        </p:nvGrpSpPr>
        <p:grpSpPr bwMode="auto">
          <a:xfrm>
            <a:off x="2935288" y="2004695"/>
            <a:ext cx="4813617" cy="413103"/>
            <a:chOff x="1629" y="2412"/>
            <a:chExt cx="7579" cy="649"/>
          </a:xfrm>
        </p:grpSpPr>
        <p:sp>
          <p:nvSpPr>
            <p:cNvPr id="95254" name="文本框 20"/>
            <p:cNvSpPr txBox="1">
              <a:spLocks noChangeArrowheads="1"/>
            </p:cNvSpPr>
            <p:nvPr/>
          </p:nvSpPr>
          <p:spPr bwMode="auto">
            <a:xfrm>
              <a:off x="1629" y="2412"/>
              <a:ext cx="1584" cy="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US" altLang="zh-CN" sz="1600">
                <a:latin typeface="幼圆" panose="02010509060101010101" pitchFamily="49" charset="-122"/>
                <a:ea typeface="幼圆" panose="02010509060101010101" pitchFamily="49" charset="-122"/>
              </a:endParaRPr>
            </a:p>
          </p:txBody>
        </p:sp>
        <p:sp>
          <p:nvSpPr>
            <p:cNvPr id="24" name="文本框 23"/>
            <p:cNvSpPr txBox="1"/>
            <p:nvPr/>
          </p:nvSpPr>
          <p:spPr>
            <a:xfrm>
              <a:off x="4004" y="2435"/>
              <a:ext cx="5204" cy="626"/>
            </a:xfrm>
            <a:prstGeom prst="rect">
              <a:avLst/>
            </a:prstGeom>
            <a:noFill/>
            <a:ln>
              <a:noFill/>
            </a:ln>
          </p:spPr>
          <p:txBody>
            <a:bodyPr>
              <a:spAutoFit/>
            </a:bodyPr>
            <a:lstStyle/>
            <a:p>
              <a:pPr>
                <a:defRPr/>
              </a:pPr>
              <a:r>
                <a:rPr lang="zh-CN" sz="2000" noProof="1">
                  <a:solidFill>
                    <a:schemeClr val="tx1">
                      <a:lumMod val="75000"/>
                      <a:lumOff val="25000"/>
                    </a:schemeClr>
                  </a:solidFill>
                  <a:latin typeface="Arial" panose="020B0604020202020204" pitchFamily="34" charset="0"/>
                </a:rPr>
                <a:t>接口</a:t>
              </a:r>
              <a:endParaRPr lang="zh-CN" sz="2000" noProof="1">
                <a:solidFill>
                  <a:schemeClr val="tx1">
                    <a:lumMod val="75000"/>
                    <a:lumOff val="25000"/>
                  </a:schemeClr>
                </a:solidFill>
                <a:latin typeface="Arial" panose="020B0604020202020204" pitchFamily="34" charset="0"/>
              </a:endParaRPr>
            </a:p>
          </p:txBody>
        </p:sp>
        <p:sp>
          <p:nvSpPr>
            <p:cNvPr id="25" name="椭圆 24"/>
            <p:cNvSpPr/>
            <p:nvPr/>
          </p:nvSpPr>
          <p:spPr>
            <a:xfrm>
              <a:off x="3346" y="2494"/>
              <a:ext cx="485" cy="486"/>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sp>
          <p:nvSpPr>
            <p:cNvPr id="95257" name="文本框 23"/>
            <p:cNvSpPr txBox="1">
              <a:spLocks noChangeArrowheads="1"/>
            </p:cNvSpPr>
            <p:nvPr/>
          </p:nvSpPr>
          <p:spPr bwMode="auto">
            <a:xfrm>
              <a:off x="3346" y="2432"/>
              <a:ext cx="452" cy="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a:solidFill>
                    <a:schemeClr val="bg1"/>
                  </a:solidFill>
                </a:rPr>
                <a:t>1</a:t>
              </a:r>
              <a:endParaRPr lang="en-US" altLang="zh-CN">
                <a:solidFill>
                  <a:schemeClr val="bg1"/>
                </a:solidFill>
              </a:endParaRPr>
            </a:p>
          </p:txBody>
        </p:sp>
      </p:grpSp>
      <p:grpSp>
        <p:nvGrpSpPr>
          <p:cNvPr id="27" name="组合 26"/>
          <p:cNvGrpSpPr/>
          <p:nvPr/>
        </p:nvGrpSpPr>
        <p:grpSpPr bwMode="auto">
          <a:xfrm>
            <a:off x="2983230" y="3700780"/>
            <a:ext cx="4765345" cy="444727"/>
            <a:chOff x="1641" y="2424"/>
            <a:chExt cx="7502" cy="703"/>
          </a:xfrm>
        </p:grpSpPr>
        <p:sp>
          <p:nvSpPr>
            <p:cNvPr id="95250" name="文本框 26"/>
            <p:cNvSpPr txBox="1">
              <a:spLocks noChangeArrowheads="1"/>
            </p:cNvSpPr>
            <p:nvPr/>
          </p:nvSpPr>
          <p:spPr bwMode="auto">
            <a:xfrm>
              <a:off x="1641" y="2424"/>
              <a:ext cx="2011"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US" altLang="zh-CN" sz="1600">
                <a:latin typeface="幼圆" panose="02010509060101010101" pitchFamily="49" charset="-122"/>
                <a:ea typeface="幼圆" panose="02010509060101010101" pitchFamily="49" charset="-122"/>
              </a:endParaRPr>
            </a:p>
          </p:txBody>
        </p:sp>
        <p:sp>
          <p:nvSpPr>
            <p:cNvPr id="29" name="文本框 28"/>
            <p:cNvSpPr txBox="1"/>
            <p:nvPr/>
          </p:nvSpPr>
          <p:spPr>
            <a:xfrm>
              <a:off x="3940" y="2497"/>
              <a:ext cx="5203" cy="630"/>
            </a:xfrm>
            <a:prstGeom prst="rect">
              <a:avLst/>
            </a:prstGeom>
            <a:noFill/>
            <a:ln>
              <a:noFill/>
            </a:ln>
          </p:spPr>
          <p:txBody>
            <a:bodyPr>
              <a:spAutoFit/>
            </a:bodyPr>
            <a:lstStyle/>
            <a:p>
              <a:pPr>
                <a:defRPr/>
              </a:pPr>
              <a:r>
                <a:rPr lang="zh-CN" altLang="en-US" sz="2000" noProof="1">
                  <a:solidFill>
                    <a:schemeClr val="tx1">
                      <a:lumMod val="75000"/>
                      <a:lumOff val="25000"/>
                    </a:schemeClr>
                  </a:solidFill>
                  <a:latin typeface="Arial" panose="020B0604020202020204" pitchFamily="34" charset="0"/>
                </a:rPr>
                <a:t>接口测试流程</a:t>
              </a:r>
              <a:endParaRPr lang="zh-CN" altLang="en-US" sz="2000" noProof="1">
                <a:solidFill>
                  <a:schemeClr val="tx1">
                    <a:lumMod val="75000"/>
                    <a:lumOff val="25000"/>
                  </a:schemeClr>
                </a:solidFill>
                <a:latin typeface="Arial" panose="020B0604020202020204" pitchFamily="34" charset="0"/>
              </a:endParaRPr>
            </a:p>
          </p:txBody>
        </p:sp>
        <p:sp>
          <p:nvSpPr>
            <p:cNvPr id="30" name="椭圆 29"/>
            <p:cNvSpPr/>
            <p:nvPr/>
          </p:nvSpPr>
          <p:spPr>
            <a:xfrm>
              <a:off x="3345" y="2497"/>
              <a:ext cx="485" cy="4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sp>
          <p:nvSpPr>
            <p:cNvPr id="95253" name="文本框 29"/>
            <p:cNvSpPr txBox="1">
              <a:spLocks noChangeArrowheads="1"/>
            </p:cNvSpPr>
            <p:nvPr/>
          </p:nvSpPr>
          <p:spPr bwMode="auto">
            <a:xfrm>
              <a:off x="3349" y="2433"/>
              <a:ext cx="410"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chemeClr val="bg1"/>
                  </a:solidFill>
                </a:rPr>
                <a:t>2</a:t>
              </a:r>
              <a:endParaRPr lang="en-US" altLang="zh-CN">
                <a:solidFill>
                  <a:schemeClr val="bg1"/>
                </a:solidFill>
              </a:endParaRPr>
            </a:p>
          </p:txBody>
        </p:sp>
      </p:grpSp>
      <p:pic>
        <p:nvPicPr>
          <p:cNvPr id="95241" name="图片 93183"/>
          <p:cNvPicPr>
            <a:picLocks noChangeAspect="1"/>
          </p:cNvPicPr>
          <p:nvPr/>
        </p:nvPicPr>
        <p:blipFill>
          <a:blip r:embed="rId2" cstate="screen"/>
          <a:srcRect/>
          <a:stretch>
            <a:fillRect/>
          </a:stretch>
        </p:blipFill>
        <p:spPr bwMode="auto">
          <a:xfrm>
            <a:off x="7791450" y="1833563"/>
            <a:ext cx="3935413" cy="265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ppt_x</p:attrName>
                                        </p:attrNameLst>
                                      </p:cBhvr>
                                      <p:tavLst>
                                        <p:tav tm="0">
                                          <p:val>
                                            <p:strVal val="0-#ppt_w/2"/>
                                          </p:val>
                                        </p:tav>
                                        <p:tav tm="100000">
                                          <p:val>
                                            <p:strVal val="#ppt_x"/>
                                          </p:val>
                                        </p:tav>
                                      </p:tavLst>
                                    </p:anim>
                                    <p:anim calcmode="lin" valueType="num">
                                      <p:cBhvr>
                                        <p:cTn id="8" dur="500" fill="hold"/>
                                        <p:tgtEl>
                                          <p:spTgt spid="2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p:cTn id="11" dur="500" fill="hold"/>
                                        <p:tgtEl>
                                          <p:spTgt spid="27"/>
                                        </p:tgtEl>
                                        <p:attrNameLst>
                                          <p:attrName>ppt_x</p:attrName>
                                        </p:attrNameLst>
                                      </p:cBhvr>
                                      <p:tavLst>
                                        <p:tav tm="0">
                                          <p:val>
                                            <p:strVal val="1+#ppt_w/2"/>
                                          </p:val>
                                        </p:tav>
                                        <p:tav tm="100000">
                                          <p:val>
                                            <p:strVal val="#ppt_x"/>
                                          </p:val>
                                        </p:tav>
                                      </p:tavLst>
                                    </p:anim>
                                    <p:anim calcmode="lin" valueType="num">
                                      <p:cBhvr>
                                        <p:cTn id="12"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图片 7"/>
          <p:cNvPicPr>
            <a:picLocks noChangeAspect="1"/>
          </p:cNvPicPr>
          <p:nvPr/>
        </p:nvPicPr>
        <p:blipFill>
          <a:blip r:embed="rId1" cstate="screen"/>
          <a:srcRect l="2" t="10258" r="-4218" b="7593"/>
          <a:stretch>
            <a:fillRect/>
          </a:stretch>
        </p:blipFill>
        <p:spPr bwMode="auto">
          <a:xfrm>
            <a:off x="3149600" y="-3175"/>
            <a:ext cx="8689975"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17"/>
          <p:cNvSpPr/>
          <p:nvPr/>
        </p:nvSpPr>
        <p:spPr bwMode="auto">
          <a:xfrm>
            <a:off x="0" y="2819400"/>
            <a:ext cx="12192000" cy="1790700"/>
          </a:xfrm>
          <a:prstGeom prst="rect">
            <a:avLst/>
          </a:prstGeom>
          <a:solidFill>
            <a:schemeClr val="tx1">
              <a:lumMod val="85000"/>
              <a:lumOff val="15000"/>
              <a:alpha val="95000"/>
            </a:schemeClr>
          </a:solidFill>
          <a:ln w="9525" cap="flat" cmpd="sng" algn="ctr">
            <a:no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sp>
        <p:nvSpPr>
          <p:cNvPr id="97284" name="文本框 2"/>
          <p:cNvSpPr txBox="1">
            <a:spLocks noChangeArrowheads="1"/>
          </p:cNvSpPr>
          <p:nvPr/>
        </p:nvSpPr>
        <p:spPr bwMode="auto">
          <a:xfrm>
            <a:off x="3401378" y="3106420"/>
            <a:ext cx="557212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3600" dirty="0">
                <a:solidFill>
                  <a:schemeClr val="bg1"/>
                </a:solidFill>
                <a:latin typeface="幼圆" panose="02010509060101010101" pitchFamily="49" charset="-122"/>
                <a:ea typeface="幼圆" panose="02010509060101010101" pitchFamily="49" charset="-122"/>
              </a:rPr>
              <a:t>接口</a:t>
            </a:r>
            <a:endParaRPr lang="zh-CN" altLang="en-US" sz="3600" dirty="0">
              <a:solidFill>
                <a:schemeClr val="bg1"/>
              </a:solidFill>
              <a:latin typeface="幼圆" panose="02010509060101010101" pitchFamily="49" charset="-122"/>
              <a:ea typeface="幼圆" panose="02010509060101010101" pitchFamily="49" charset="-122"/>
            </a:endParaRPr>
          </a:p>
        </p:txBody>
      </p:sp>
      <p:sp>
        <p:nvSpPr>
          <p:cNvPr id="2" name="文本框 1"/>
          <p:cNvSpPr txBox="1"/>
          <p:nvPr/>
        </p:nvSpPr>
        <p:spPr>
          <a:xfrm>
            <a:off x="5266690" y="3751580"/>
            <a:ext cx="1842770" cy="922020"/>
          </a:xfrm>
          <a:prstGeom prst="rect">
            <a:avLst/>
          </a:prstGeom>
          <a:noFill/>
        </p:spPr>
        <p:txBody>
          <a:bodyPr wrap="square" rtlCol="0">
            <a:spAutoFit/>
          </a:bodyPr>
          <a:p>
            <a:pPr algn="ctr"/>
            <a:r>
              <a:rPr lang="en-US" altLang="zh-CN" sz="3600" b="1">
                <a:solidFill>
                  <a:schemeClr val="bg1"/>
                </a:solidFill>
                <a:latin typeface="方正兰亭超细黑简体" panose="02000000000000000000" pitchFamily="2" charset="-122"/>
                <a:ea typeface="方正兰亭超细黑简体" panose="02000000000000000000" pitchFamily="2" charset="-122"/>
                <a:sym typeface="+mn-ea"/>
              </a:rPr>
              <a:t>Part.1</a:t>
            </a:r>
            <a:endParaRPr lang="zh-CN" altLang="en-US" b="1">
              <a:solidFill>
                <a:schemeClr val="bg1"/>
              </a:solidFill>
              <a:latin typeface="方正兰亭超细黑简体" panose="02000000000000000000" pitchFamily="2" charset="-122"/>
              <a:ea typeface="方正兰亭超细黑简体" panose="02000000000000000000" pitchFamily="2" charset="-122"/>
            </a:endParaRPr>
          </a:p>
          <a:p>
            <a:endParaRPr lang="zh-CN" altLang="en-US"/>
          </a:p>
        </p:txBody>
      </p:sp>
    </p:spTree>
  </p:cSld>
  <p:clrMapOvr>
    <a:masterClrMapping/>
  </p:clrMapOvr>
  <p:transition spd="slow">
    <p:strips dir="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6" name="组合 8"/>
          <p:cNvGrpSpPr/>
          <p:nvPr/>
        </p:nvGrpSpPr>
        <p:grpSpPr bwMode="auto">
          <a:xfrm>
            <a:off x="33020" y="-40005"/>
            <a:ext cx="4965700" cy="6858000"/>
            <a:chOff x="0" y="0"/>
            <a:chExt cx="4965700" cy="6858000"/>
          </a:xfrm>
        </p:grpSpPr>
        <p:pic>
          <p:nvPicPr>
            <p:cNvPr id="98313"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8314"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865313" y="1557338"/>
              <a:ext cx="658812"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anose="020B0604020202020204" pitchFamily="34" charset="0"/>
                <a:buNone/>
                <a:defRPr/>
              </a:pPr>
              <a:endParaRPr lang="zh-CN" altLang="en-US" sz="3600" dirty="0">
                <a:solidFill>
                  <a:schemeClr val="tx1">
                    <a:lumMod val="65000"/>
                    <a:lumOff val="35000"/>
                  </a:schemeClr>
                </a:solidFill>
                <a:latin typeface="幼圆" panose="02010509060101010101" pitchFamily="49" charset="-122"/>
                <a:ea typeface="幼圆" panose="02010509060101010101" pitchFamily="49" charset="-122"/>
              </a:endParaRPr>
            </a:p>
          </p:txBody>
        </p:sp>
      </p:grpSp>
      <p:sp>
        <p:nvSpPr>
          <p:cNvPr id="2" name="文本框 1"/>
          <p:cNvSpPr txBox="1"/>
          <p:nvPr/>
        </p:nvSpPr>
        <p:spPr>
          <a:xfrm>
            <a:off x="3034665" y="3223895"/>
            <a:ext cx="6831965" cy="1568450"/>
          </a:xfrm>
          <a:prstGeom prst="rect">
            <a:avLst/>
          </a:prstGeom>
          <a:noFill/>
        </p:spPr>
        <p:txBody>
          <a:bodyPr wrap="square" rtlCol="0">
            <a:spAutoFit/>
          </a:bodyPr>
          <a:p>
            <a:r>
              <a:rPr lang="zh-CN" altLang="en-US" sz="2400">
                <a:latin typeface="+mn-ea"/>
                <a:ea typeface="+mn-ea"/>
              </a:rPr>
              <a:t>接口主要用于外部系统与系统之间以及内部各个子系统之间的交互点，定义特定的交互点，然后通过这些交互点来，通过一些特殊的规则也就是协议，来进行数据之间的交互。</a:t>
            </a:r>
            <a:endParaRPr lang="zh-CN" altLang="en-US" sz="2400">
              <a:latin typeface="+mn-ea"/>
              <a:ea typeface="+mn-ea"/>
            </a:endParaRPr>
          </a:p>
        </p:txBody>
      </p:sp>
      <p:sp>
        <p:nvSpPr>
          <p:cNvPr id="9" name="文本框 8"/>
          <p:cNvSpPr txBox="1"/>
          <p:nvPr/>
        </p:nvSpPr>
        <p:spPr>
          <a:xfrm>
            <a:off x="1741805" y="1517650"/>
            <a:ext cx="736600" cy="1355090"/>
          </a:xfrm>
          <a:prstGeom prst="rect">
            <a:avLst/>
          </a:prstGeom>
          <a:noFill/>
        </p:spPr>
        <p:txBody>
          <a:bodyPr vert="eaVert" wrap="square" rtlCol="0">
            <a:spAutoFit/>
          </a:bodyPr>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方正兰亭黑_GBK" panose="02000000000000000000" pitchFamily="2" charset="-122"/>
              </a:rPr>
              <a:t>什么是接口</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方正兰亭黑_GBK" panose="02000000000000000000" pitchFamily="2" charset="-122"/>
            </a:endParaRPr>
          </a:p>
          <a:p>
            <a:endParaRPr lang="zh-CN" altLang="en-US"/>
          </a:p>
        </p:txBody>
      </p:sp>
      <p:sp>
        <p:nvSpPr>
          <p:cNvPr id="11" name="文本框 10"/>
          <p:cNvSpPr txBox="1"/>
          <p:nvPr/>
        </p:nvSpPr>
        <p:spPr>
          <a:xfrm>
            <a:off x="3087370" y="2250440"/>
            <a:ext cx="2698750" cy="798830"/>
          </a:xfrm>
          <a:prstGeom prst="rect">
            <a:avLst/>
          </a:prstGeom>
          <a:noFill/>
        </p:spPr>
        <p:txBody>
          <a:bodyPr wrap="square" rtlCol="0">
            <a:spAutoFit/>
          </a:bodyPr>
          <a:p>
            <a:r>
              <a:rPr lang="zh-CN" altLang="en-US" sz="2800"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sym typeface="方正兰亭黑_GBK" panose="02000000000000000000" pitchFamily="2" charset="-122"/>
              </a:rPr>
              <a:t>什么是接口？</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方正兰亭黑_GBK" panose="02000000000000000000" pitchFamily="2" charset="-122"/>
            </a:endParaRPr>
          </a:p>
          <a:p>
            <a:endParaRPr lang="zh-CN" altLang="en-US"/>
          </a:p>
        </p:txBody>
      </p:sp>
    </p:spTree>
  </p:cSld>
  <p:clrMapOvr>
    <a:masterClrMapping/>
  </p:clrMapOvr>
  <p:transition spd="slow">
    <p:strips dir="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330" name="组合 8"/>
          <p:cNvGrpSpPr/>
          <p:nvPr/>
        </p:nvGrpSpPr>
        <p:grpSpPr bwMode="auto">
          <a:xfrm>
            <a:off x="-9208" y="27940"/>
            <a:ext cx="4965701" cy="6858000"/>
            <a:chOff x="0" y="0"/>
            <a:chExt cx="4965700" cy="6858000"/>
          </a:xfrm>
        </p:grpSpPr>
        <p:pic>
          <p:nvPicPr>
            <p:cNvPr id="99380"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9381"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3"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1"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1"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3"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43418" y="1597343"/>
              <a:ext cx="658813"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接口类型</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sp>
        <p:nvSpPr>
          <p:cNvPr id="8" name="文本框 7"/>
          <p:cNvSpPr txBox="1"/>
          <p:nvPr/>
        </p:nvSpPr>
        <p:spPr>
          <a:xfrm>
            <a:off x="4030980" y="1625600"/>
            <a:ext cx="5567680" cy="521970"/>
          </a:xfrm>
          <a:prstGeom prst="rect">
            <a:avLst/>
          </a:prstGeom>
          <a:noFill/>
        </p:spPr>
        <p:txBody>
          <a:bodyPr wrap="square" rtlCol="0">
            <a:spAutoFit/>
          </a:bodyPr>
          <a:p>
            <a:r>
              <a:rPr lang="zh-CN" altLang="en-US" sz="28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常见的接口类型</a:t>
            </a:r>
            <a:endParaRPr lang="zh-CN" altLang="en-US" sz="28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endParaRPr>
          </a:p>
        </p:txBody>
      </p:sp>
      <p:sp>
        <p:nvSpPr>
          <p:cNvPr id="9" name="文本框 8"/>
          <p:cNvSpPr txBox="1"/>
          <p:nvPr/>
        </p:nvSpPr>
        <p:spPr>
          <a:xfrm>
            <a:off x="4030980" y="2540635"/>
            <a:ext cx="5883910" cy="3138170"/>
          </a:xfrm>
          <a:prstGeom prst="rect">
            <a:avLst/>
          </a:prstGeom>
          <a:noFill/>
        </p:spPr>
        <p:txBody>
          <a:bodyPr wrap="square" rtlCol="0">
            <a:spAutoFit/>
          </a:bodyPr>
          <a:p>
            <a:r>
              <a:rPr lang="en-US" altLang="zh-CN" sz="2000">
                <a:latin typeface="+mn-ea"/>
                <a:ea typeface="+mn-ea"/>
                <a:cs typeface="+mn-ea"/>
              </a:rPr>
              <a:t>GET</a:t>
            </a:r>
            <a:r>
              <a:rPr lang="zh-CN" altLang="en-US" sz="2000">
                <a:latin typeface="+mn-ea"/>
                <a:ea typeface="+mn-ea"/>
                <a:cs typeface="+mn-ea"/>
              </a:rPr>
              <a:t>型接口：用于获取信息，多用于查询数据，如列表查询功能，点击查询按钮就调用一个get接口，然后把信息返回出来</a:t>
            </a:r>
            <a:endParaRPr lang="zh-CN" altLang="en-US" sz="2000">
              <a:latin typeface="+mn-ea"/>
              <a:ea typeface="+mn-ea"/>
              <a:cs typeface="+mn-ea"/>
            </a:endParaRPr>
          </a:p>
          <a:p>
            <a:r>
              <a:rPr lang="en-US" altLang="zh-CN" sz="2000">
                <a:latin typeface="+mn-ea"/>
                <a:ea typeface="+mn-ea"/>
                <a:cs typeface="+mn-ea"/>
              </a:rPr>
              <a:t>POST</a:t>
            </a:r>
            <a:r>
              <a:rPr lang="zh-CN" altLang="en-US" sz="2000">
                <a:latin typeface="+mn-ea"/>
                <a:ea typeface="+mn-ea"/>
                <a:cs typeface="+mn-ea"/>
              </a:rPr>
              <a:t>型接口：如注册、上传、发帖等功能，如用户在豆瓣网站对某本书进行收藏、写笔记、发表评论</a:t>
            </a:r>
            <a:endParaRPr lang="zh-CN" altLang="en-US" sz="2000">
              <a:latin typeface="+mn-ea"/>
              <a:ea typeface="+mn-ea"/>
              <a:cs typeface="+mn-ea"/>
            </a:endParaRPr>
          </a:p>
          <a:p>
            <a:r>
              <a:rPr lang="zh-CN" altLang="en-US" sz="2000">
                <a:latin typeface="+mn-ea"/>
                <a:ea typeface="+mn-ea"/>
                <a:cs typeface="+mn-ea"/>
              </a:rPr>
              <a:t>put型接口：如用户在豆瓣网站修改对某本书的收藏、修改某篇笔记或修改评论</a:t>
            </a:r>
            <a:endParaRPr lang="zh-CN" altLang="en-US" sz="1800">
              <a:latin typeface="+mn-ea"/>
              <a:ea typeface="+mn-ea"/>
              <a:cs typeface="+mn-ea"/>
            </a:endParaRPr>
          </a:p>
          <a:p>
            <a:r>
              <a:rPr lang="zh-CN" altLang="en-US" sz="2000">
                <a:latin typeface="+mn-ea"/>
                <a:ea typeface="+mn-ea"/>
                <a:cs typeface="+mn-ea"/>
              </a:rPr>
              <a:t>delete型接口：如用户在豆瓣网站取消对某本书的收藏、删除某篇笔记或删除评论</a:t>
            </a:r>
            <a:endParaRPr lang="zh-CN" altLang="en-US"/>
          </a:p>
          <a:p>
            <a:endParaRPr lang="zh-CN" altLang="en-US"/>
          </a:p>
        </p:txBody>
      </p:sp>
    </p:spTree>
    <p:custDataLst>
      <p:tags r:id="rId2"/>
    </p:custDataLst>
  </p:cSld>
  <p:clrMapOvr>
    <a:masterClrMapping/>
  </p:clrMapOvr>
  <p:transition spd="slow">
    <p:strips dir="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354" name="组合 8"/>
          <p:cNvGrpSpPr/>
          <p:nvPr/>
        </p:nvGrpSpPr>
        <p:grpSpPr bwMode="auto">
          <a:xfrm>
            <a:off x="0" y="0"/>
            <a:ext cx="4965700" cy="6858000"/>
            <a:chOff x="0" y="0"/>
            <a:chExt cx="4965700" cy="6858000"/>
          </a:xfrm>
        </p:grpSpPr>
        <p:pic>
          <p:nvPicPr>
            <p:cNvPr id="100367"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0368"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36750" y="1558290"/>
              <a:ext cx="497205"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接口本质</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sp>
        <p:nvSpPr>
          <p:cNvPr id="68" name="矩形 13"/>
          <p:cNvSpPr>
            <a:spLocks noChangeArrowheads="1"/>
          </p:cNvSpPr>
          <p:nvPr/>
        </p:nvSpPr>
        <p:spPr bwMode="auto">
          <a:xfrm>
            <a:off x="3038475" y="2989580"/>
            <a:ext cx="6863715" cy="1722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683895">
              <a:defRPr>
                <a:solidFill>
                  <a:schemeClr val="tx1"/>
                </a:solidFill>
                <a:latin typeface="Calibri" panose="020F0502020204030204" pitchFamily="34" charset="0"/>
                <a:ea typeface="宋体" panose="02010600030101010101" pitchFamily="2" charset="-122"/>
              </a:defRPr>
            </a:lvl1pPr>
            <a:lvl2pPr defTabSz="683895">
              <a:defRPr>
                <a:solidFill>
                  <a:schemeClr val="tx1"/>
                </a:solidFill>
                <a:latin typeface="Calibri" panose="020F0502020204030204" pitchFamily="34" charset="0"/>
                <a:ea typeface="宋体" panose="02010600030101010101" pitchFamily="2" charset="-122"/>
              </a:defRPr>
            </a:lvl2pPr>
            <a:lvl3pPr defTabSz="683895">
              <a:defRPr>
                <a:solidFill>
                  <a:schemeClr val="tx1"/>
                </a:solidFill>
                <a:latin typeface="Calibri" panose="020F0502020204030204" pitchFamily="34" charset="0"/>
                <a:ea typeface="宋体" panose="02010600030101010101" pitchFamily="2" charset="-122"/>
              </a:defRPr>
            </a:lvl3pPr>
            <a:lvl4pPr defTabSz="683895">
              <a:defRPr>
                <a:solidFill>
                  <a:schemeClr val="tx1"/>
                </a:solidFill>
                <a:latin typeface="Calibri" panose="020F0502020204030204" pitchFamily="34" charset="0"/>
                <a:ea typeface="宋体" panose="02010600030101010101" pitchFamily="2" charset="-122"/>
              </a:defRPr>
            </a:lvl4pPr>
            <a:lvl5pPr defTabSz="683895">
              <a:defRPr>
                <a:solidFill>
                  <a:schemeClr val="tx1"/>
                </a:solidFill>
                <a:latin typeface="Calibri" panose="020F0502020204030204" pitchFamily="34" charset="0"/>
                <a:ea typeface="宋体" panose="02010600030101010101" pitchFamily="2" charset="-122"/>
              </a:defRPr>
            </a:lvl5pPr>
            <a:lvl6pPr marL="2284730" indent="1905" defTabSz="68389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741930" indent="1905" defTabSz="68389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199130" indent="1905" defTabSz="68389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656330" indent="1905" defTabSz="68389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defRPr/>
            </a:pPr>
            <a:r>
              <a:rPr lang="zh-CN" altLang="en-US" sz="2400" noProof="1">
                <a:solidFill>
                  <a:schemeClr val="tx1">
                    <a:lumMod val="75000"/>
                    <a:lumOff val="25000"/>
                  </a:schemeClr>
                </a:solidFill>
                <a:latin typeface="+mn-ea"/>
                <a:ea typeface="+mn-ea"/>
                <a:cs typeface="+mn-ea"/>
              </a:rPr>
              <a:t>接口你可以简单的理解他就是URL，工作原理就会说URL通过get或者post请求像服务器发送一些东西，然后得到一些相应的返回值，本质就是数据的传输与接收。</a:t>
            </a:r>
            <a:endParaRPr lang="zh-CN" altLang="en-US" sz="1000" noProof="1">
              <a:solidFill>
                <a:schemeClr val="tx1">
                  <a:lumMod val="75000"/>
                  <a:lumOff val="25000"/>
                </a:schemeClr>
              </a:solidFill>
              <a:latin typeface="Arial" panose="020B0604020202020204" pitchFamily="34" charset="0"/>
            </a:endParaRPr>
          </a:p>
          <a:p>
            <a:pPr>
              <a:defRPr/>
            </a:pPr>
            <a:endParaRPr lang="en-US" altLang="zh-CN" sz="1000" noProof="1">
              <a:solidFill>
                <a:schemeClr val="tx1">
                  <a:lumMod val="75000"/>
                  <a:lumOff val="25000"/>
                </a:schemeClr>
              </a:solidFill>
              <a:latin typeface="Arial" panose="020B0604020202020204" pitchFamily="34" charset="0"/>
            </a:endParaRPr>
          </a:p>
        </p:txBody>
      </p:sp>
      <p:sp>
        <p:nvSpPr>
          <p:cNvPr id="69" name="文本框 67"/>
          <p:cNvSpPr txBox="1">
            <a:spLocks noChangeArrowheads="1"/>
          </p:cNvSpPr>
          <p:nvPr/>
        </p:nvSpPr>
        <p:spPr bwMode="auto">
          <a:xfrm>
            <a:off x="3038475" y="1958340"/>
            <a:ext cx="4424680" cy="521970"/>
          </a:xfrm>
          <a:prstGeom prst="rect">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marL="22847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419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91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63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defRPr/>
            </a:pPr>
            <a:r>
              <a:rPr lang="zh-CN" altLang="en-US" sz="2800"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接口的本质及其工作原理</a:t>
            </a:r>
            <a:endParaRPr lang="zh-CN" altLang="en-US" sz="2800"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endParaRPr>
          </a:p>
        </p:txBody>
      </p:sp>
    </p:spTree>
  </p:cSld>
  <p:clrMapOvr>
    <a:masterClrMapping/>
  </p:clrMapOvr>
  <p:transition spd="slow">
    <p:strips dir="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1378" name="组合 8"/>
          <p:cNvGrpSpPr/>
          <p:nvPr/>
        </p:nvGrpSpPr>
        <p:grpSpPr bwMode="auto">
          <a:xfrm>
            <a:off x="12700" y="0"/>
            <a:ext cx="4965700" cy="6858000"/>
            <a:chOff x="0" y="0"/>
            <a:chExt cx="4965700" cy="6858000"/>
          </a:xfrm>
        </p:grpSpPr>
        <p:pic>
          <p:nvPicPr>
            <p:cNvPr id="101414"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415"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70723" y="1597343"/>
              <a:ext cx="658812"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接口测试</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sp>
        <p:nvSpPr>
          <p:cNvPr id="2" name="文本框 1"/>
          <p:cNvSpPr txBox="1"/>
          <p:nvPr/>
        </p:nvSpPr>
        <p:spPr>
          <a:xfrm>
            <a:off x="3308985" y="2306320"/>
            <a:ext cx="7055485" cy="2245360"/>
          </a:xfrm>
          <a:prstGeom prst="rect">
            <a:avLst/>
          </a:prstGeom>
          <a:noFill/>
        </p:spPr>
        <p:txBody>
          <a:bodyPr wrap="square" rtlCol="0">
            <a:spAutoFit/>
          </a:bodyPr>
          <a:p>
            <a:r>
              <a:rPr lang="zh-CN" altLang="en-US" sz="2800">
                <a:latin typeface="+mn-ea"/>
                <a:ea typeface="+mn-ea"/>
              </a:rPr>
              <a:t>接口测试是测试系统组件间接口的一种测试。接口测试主要用于检测外部系统与系统之间以及内部各个子系统之间的交互点。测试的重点是要检查数据的交换，传递和控制管理过程，以及系统间的相互逻辑依赖关系等</a:t>
            </a:r>
            <a:endParaRPr lang="zh-CN" altLang="en-US" sz="2800">
              <a:latin typeface="+mn-ea"/>
              <a:ea typeface="+mn-ea"/>
            </a:endParaRPr>
          </a:p>
        </p:txBody>
      </p:sp>
    </p:spTree>
  </p:cSld>
  <p:clrMapOvr>
    <a:masterClrMapping/>
  </p:clrMapOvr>
  <p:transition spd="slow">
    <p:strips dir="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图片 7"/>
          <p:cNvPicPr>
            <a:picLocks noChangeAspect="1"/>
          </p:cNvPicPr>
          <p:nvPr/>
        </p:nvPicPr>
        <p:blipFill>
          <a:blip r:embed="rId1" cstate="screen"/>
          <a:srcRect l="2" t="10258" r="-4218" b="7593"/>
          <a:stretch>
            <a:fillRect/>
          </a:stretch>
        </p:blipFill>
        <p:spPr bwMode="auto">
          <a:xfrm>
            <a:off x="3136265" y="-3175"/>
            <a:ext cx="8689975"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17"/>
          <p:cNvSpPr/>
          <p:nvPr/>
        </p:nvSpPr>
        <p:spPr bwMode="auto">
          <a:xfrm>
            <a:off x="0" y="2819400"/>
            <a:ext cx="12192000" cy="1790700"/>
          </a:xfrm>
          <a:prstGeom prst="rect">
            <a:avLst/>
          </a:prstGeom>
          <a:solidFill>
            <a:schemeClr val="tx1">
              <a:lumMod val="85000"/>
              <a:lumOff val="15000"/>
              <a:alpha val="95000"/>
            </a:schemeClr>
          </a:solidFill>
          <a:ln w="9525" cap="flat" cmpd="sng" algn="ctr">
            <a:no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sp>
        <p:nvSpPr>
          <p:cNvPr id="103428" name="文本框 2"/>
          <p:cNvSpPr txBox="1">
            <a:spLocks noChangeArrowheads="1"/>
          </p:cNvSpPr>
          <p:nvPr/>
        </p:nvSpPr>
        <p:spPr bwMode="auto">
          <a:xfrm>
            <a:off x="3309938" y="3003550"/>
            <a:ext cx="5572125"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3600">
                <a:solidFill>
                  <a:schemeClr val="bg1"/>
                </a:solidFill>
                <a:latin typeface="幼圆" panose="02010509060101010101" pitchFamily="49" charset="-122"/>
                <a:ea typeface="幼圆" panose="02010509060101010101" pitchFamily="49" charset="-122"/>
              </a:rPr>
              <a:t>接口测试流程</a:t>
            </a:r>
            <a:endParaRPr lang="zh-CN" altLang="en-US" sz="3600">
              <a:solidFill>
                <a:schemeClr val="bg1"/>
              </a:solidFill>
              <a:latin typeface="幼圆" panose="02010509060101010101" pitchFamily="49" charset="-122"/>
              <a:ea typeface="幼圆" panose="02010509060101010101" pitchFamily="49" charset="-122"/>
            </a:endParaRPr>
          </a:p>
        </p:txBody>
      </p:sp>
      <p:sp>
        <p:nvSpPr>
          <p:cNvPr id="103429" name="文本框 3"/>
          <p:cNvSpPr txBox="1">
            <a:spLocks noChangeArrowheads="1"/>
          </p:cNvSpPr>
          <p:nvPr/>
        </p:nvSpPr>
        <p:spPr bwMode="auto">
          <a:xfrm>
            <a:off x="5276850" y="3833813"/>
            <a:ext cx="16224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buFont typeface="Arial" panose="020B0604020202020204" pitchFamily="34" charset="0"/>
              <a:buNone/>
            </a:pPr>
            <a:r>
              <a:rPr lang="en-US" altLang="zh-CN" sz="3600" b="1">
                <a:solidFill>
                  <a:schemeClr val="bg1"/>
                </a:solidFill>
                <a:latin typeface="方正兰亭超细黑简体" panose="02000000000000000000" pitchFamily="2" charset="-122"/>
                <a:ea typeface="方正兰亭超细黑简体" panose="02000000000000000000" pitchFamily="2" charset="-122"/>
              </a:rPr>
              <a:t>Part.2</a:t>
            </a:r>
            <a:endParaRPr lang="zh-CN" altLang="en-US" sz="3600" b="1">
              <a:solidFill>
                <a:schemeClr val="bg1"/>
              </a:solidFill>
              <a:latin typeface="方正兰亭超细黑简体" panose="02000000000000000000" pitchFamily="2" charset="-122"/>
              <a:ea typeface="方正兰亭超细黑简体" panose="02000000000000000000" pitchFamily="2" charset="-122"/>
            </a:endParaRPr>
          </a:p>
        </p:txBody>
      </p:sp>
    </p:spTree>
  </p:cSld>
  <p:clrMapOvr>
    <a:masterClrMapping/>
  </p:clrMapOvr>
  <p:transition spd="slow">
    <p:strips dir="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104450" name="组合 8"/>
          <p:cNvGrpSpPr/>
          <p:nvPr/>
        </p:nvGrpSpPr>
        <p:grpSpPr bwMode="auto">
          <a:xfrm>
            <a:off x="0" y="0"/>
            <a:ext cx="4965700" cy="6858000"/>
            <a:chOff x="0" y="0"/>
            <a:chExt cx="4965700" cy="6858000"/>
          </a:xfrm>
        </p:grpSpPr>
        <p:pic>
          <p:nvPicPr>
            <p:cNvPr id="104463"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4464"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72945" y="1500505"/>
              <a:ext cx="422275"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测试流程</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pic>
        <p:nvPicPr>
          <p:cNvPr id="17" name="图片 16"/>
          <p:cNvPicPr>
            <a:picLocks noChangeAspect="1"/>
          </p:cNvPicPr>
          <p:nvPr/>
        </p:nvPicPr>
        <p:blipFill>
          <a:blip r:embed="rId2"/>
          <a:stretch>
            <a:fillRect/>
          </a:stretch>
        </p:blipFill>
        <p:spPr>
          <a:xfrm>
            <a:off x="4245610" y="683260"/>
            <a:ext cx="6047740" cy="6200140"/>
          </a:xfrm>
          <a:prstGeom prst="rect">
            <a:avLst/>
          </a:prstGeom>
        </p:spPr>
      </p:pic>
    </p:spTree>
  </p:cSld>
  <p:clrMapOvr>
    <a:masterClrMapping/>
  </p:clrMapOvr>
  <p:transition spd="slow">
    <p:strips dir="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474" name="组合 8"/>
          <p:cNvGrpSpPr/>
          <p:nvPr/>
        </p:nvGrpSpPr>
        <p:grpSpPr bwMode="auto">
          <a:xfrm>
            <a:off x="13970" y="-41910"/>
            <a:ext cx="4965700" cy="6858000"/>
            <a:chOff x="0" y="0"/>
            <a:chExt cx="4965700" cy="6858000"/>
          </a:xfrm>
        </p:grpSpPr>
        <p:pic>
          <p:nvPicPr>
            <p:cNvPr id="105496"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497"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71675" y="1597660"/>
              <a:ext cx="425450"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接口文档</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grpSp>
        <p:nvGrpSpPr>
          <p:cNvPr id="105475" name="组合 2"/>
          <p:cNvGrpSpPr/>
          <p:nvPr/>
        </p:nvGrpSpPr>
        <p:grpSpPr bwMode="auto">
          <a:xfrm>
            <a:off x="5180013" y="1520825"/>
            <a:ext cx="3257550" cy="3246438"/>
            <a:chOff x="0" y="0"/>
            <a:chExt cx="3704266" cy="3693405"/>
          </a:xfrm>
        </p:grpSpPr>
        <p:sp>
          <p:nvSpPr>
            <p:cNvPr id="43" name="菱形 1"/>
            <p:cNvSpPr>
              <a:spLocks noChangeArrowheads="1"/>
            </p:cNvSpPr>
            <p:nvPr/>
          </p:nvSpPr>
          <p:spPr bwMode="auto">
            <a:xfrm>
              <a:off x="969391" y="0"/>
              <a:ext cx="1745627" cy="1746466"/>
            </a:xfrm>
            <a:prstGeom prst="diamond">
              <a:avLst/>
            </a:prstGeom>
            <a:solidFill>
              <a:schemeClr val="tx1">
                <a:lumMod val="95000"/>
                <a:lumOff val="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marL="22847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419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91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63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a:solidFill>
                  <a:srgbClr val="000000"/>
                </a:solidFill>
              </a:endParaRPr>
            </a:p>
          </p:txBody>
        </p:sp>
        <p:sp>
          <p:nvSpPr>
            <p:cNvPr id="44" name="菱形 5"/>
            <p:cNvSpPr>
              <a:spLocks noChangeArrowheads="1"/>
            </p:cNvSpPr>
            <p:nvPr/>
          </p:nvSpPr>
          <p:spPr bwMode="auto">
            <a:xfrm>
              <a:off x="0" y="973470"/>
              <a:ext cx="1745626" cy="1746465"/>
            </a:xfrm>
            <a:prstGeom prst="diamond">
              <a:avLst/>
            </a:prstGeom>
            <a:solidFill>
              <a:schemeClr val="tx1">
                <a:lumMod val="75000"/>
                <a:lumOff val="2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marL="22847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419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91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63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a:solidFill>
                  <a:srgbClr val="000000"/>
                </a:solidFill>
              </a:endParaRPr>
            </a:p>
          </p:txBody>
        </p:sp>
        <p:sp>
          <p:nvSpPr>
            <p:cNvPr id="45" name="菱形 6"/>
            <p:cNvSpPr>
              <a:spLocks noChangeArrowheads="1"/>
            </p:cNvSpPr>
            <p:nvPr/>
          </p:nvSpPr>
          <p:spPr bwMode="auto">
            <a:xfrm>
              <a:off x="969391" y="1946939"/>
              <a:ext cx="1745627" cy="1746466"/>
            </a:xfrm>
            <a:prstGeom prst="diamond">
              <a:avLst/>
            </a:prstGeom>
            <a:solidFill>
              <a:schemeClr val="tx1">
                <a:lumMod val="85000"/>
                <a:lumOff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marL="22847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419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91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63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a:solidFill>
                  <a:srgbClr val="000000"/>
                </a:solidFill>
              </a:endParaRPr>
            </a:p>
          </p:txBody>
        </p:sp>
        <p:sp>
          <p:nvSpPr>
            <p:cNvPr id="46" name="菱形 7"/>
            <p:cNvSpPr>
              <a:spLocks noChangeArrowheads="1"/>
            </p:cNvSpPr>
            <p:nvPr/>
          </p:nvSpPr>
          <p:spPr bwMode="auto">
            <a:xfrm>
              <a:off x="1958639" y="973470"/>
              <a:ext cx="1745627" cy="1746465"/>
            </a:xfrm>
            <a:prstGeom prst="diamond">
              <a:avLst/>
            </a:prstGeom>
            <a:solidFill>
              <a:schemeClr val="tx1">
                <a:lumMod val="75000"/>
                <a:lumOff val="2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marL="22847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419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91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63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a:solidFill>
                  <a:srgbClr val="000000"/>
                </a:solidFill>
              </a:endParaRPr>
            </a:p>
          </p:txBody>
        </p:sp>
      </p:grpSp>
      <p:cxnSp>
        <p:nvCxnSpPr>
          <p:cNvPr id="105491" name="直接连接符 120"/>
          <p:cNvCxnSpPr>
            <a:cxnSpLocks noChangeShapeType="1"/>
          </p:cNvCxnSpPr>
          <p:nvPr/>
        </p:nvCxnSpPr>
        <p:spPr bwMode="auto">
          <a:xfrm>
            <a:off x="2585085" y="3061970"/>
            <a:ext cx="0" cy="170180"/>
          </a:xfrm>
          <a:prstGeom prst="line">
            <a:avLst/>
          </a:prstGeom>
          <a:noFill/>
          <a:ln w="9525">
            <a:solidFill>
              <a:srgbClr val="1C2E48"/>
            </a:solidFill>
            <a:round/>
          </a:ln>
          <a:extLst>
            <a:ext uri="{909E8E84-426E-40DD-AFC4-6F175D3DCCD1}">
              <a14:hiddenFill xmlns:a14="http://schemas.microsoft.com/office/drawing/2010/main">
                <a:noFill/>
              </a14:hiddenFill>
            </a:ext>
          </a:extLst>
        </p:spPr>
      </p:cxnSp>
      <p:cxnSp>
        <p:nvCxnSpPr>
          <p:cNvPr id="105485" name="直接连接符 120"/>
          <p:cNvCxnSpPr>
            <a:cxnSpLocks noChangeShapeType="1"/>
          </p:cNvCxnSpPr>
          <p:nvPr/>
        </p:nvCxnSpPr>
        <p:spPr bwMode="auto">
          <a:xfrm>
            <a:off x="5894705" y="1078865"/>
            <a:ext cx="0" cy="170180"/>
          </a:xfrm>
          <a:prstGeom prst="line">
            <a:avLst/>
          </a:prstGeom>
          <a:noFill/>
          <a:ln w="9525">
            <a:solidFill>
              <a:srgbClr val="1C2E48"/>
            </a:solidFill>
            <a:round/>
          </a:ln>
          <a:extLst>
            <a:ext uri="{909E8E84-426E-40DD-AFC4-6F175D3DCCD1}">
              <a14:hiddenFill xmlns:a14="http://schemas.microsoft.com/office/drawing/2010/main">
                <a:noFill/>
              </a14:hiddenFill>
            </a:ext>
          </a:extLst>
        </p:spPr>
      </p:cxnSp>
      <p:sp>
        <p:nvSpPr>
          <p:cNvPr id="2" name="文本框 1"/>
          <p:cNvSpPr txBox="1"/>
          <p:nvPr/>
        </p:nvSpPr>
        <p:spPr>
          <a:xfrm>
            <a:off x="5632450" y="979805"/>
            <a:ext cx="2336165" cy="368300"/>
          </a:xfrm>
          <a:prstGeom prst="rect">
            <a:avLst/>
          </a:prstGeom>
          <a:noFill/>
        </p:spPr>
        <p:txBody>
          <a:bodyPr wrap="square" rtlCol="0">
            <a:spAutoFit/>
          </a:bodyPr>
          <a:p>
            <a:pPr algn="ctr"/>
            <a:r>
              <a:rPr lang="en-US" altLang="zh-CN"/>
              <a:t>1.</a:t>
            </a:r>
            <a:r>
              <a:rPr lang="zh-CN" altLang="en-US"/>
              <a:t>接口说明</a:t>
            </a:r>
            <a:endParaRPr lang="zh-CN" altLang="en-US"/>
          </a:p>
        </p:txBody>
      </p:sp>
      <p:sp>
        <p:nvSpPr>
          <p:cNvPr id="8" name="文本框 7"/>
          <p:cNvSpPr txBox="1"/>
          <p:nvPr/>
        </p:nvSpPr>
        <p:spPr>
          <a:xfrm>
            <a:off x="2585085" y="2962910"/>
            <a:ext cx="2734310" cy="368300"/>
          </a:xfrm>
          <a:prstGeom prst="rect">
            <a:avLst/>
          </a:prstGeom>
          <a:noFill/>
        </p:spPr>
        <p:txBody>
          <a:bodyPr wrap="square" rtlCol="0">
            <a:spAutoFit/>
          </a:bodyPr>
          <a:p>
            <a:pPr algn="ctr"/>
            <a:r>
              <a:rPr lang="en-US" altLang="zh-CN"/>
              <a:t>2.</a:t>
            </a:r>
            <a:r>
              <a:rPr lang="zh-CN" altLang="en-US"/>
              <a:t>请求方式（</a:t>
            </a:r>
            <a:r>
              <a:rPr lang="en-US" altLang="zh-CN"/>
              <a:t>POST/GET</a:t>
            </a:r>
            <a:r>
              <a:rPr lang="zh-CN" altLang="en-US"/>
              <a:t>）</a:t>
            </a:r>
            <a:endParaRPr lang="zh-CN" altLang="en-US"/>
          </a:p>
        </p:txBody>
      </p:sp>
      <p:sp>
        <p:nvSpPr>
          <p:cNvPr id="10" name="文本框 9"/>
          <p:cNvSpPr txBox="1"/>
          <p:nvPr/>
        </p:nvSpPr>
        <p:spPr>
          <a:xfrm>
            <a:off x="8475980" y="2958465"/>
            <a:ext cx="2886075" cy="368300"/>
          </a:xfrm>
          <a:prstGeom prst="rect">
            <a:avLst/>
          </a:prstGeom>
          <a:noFill/>
        </p:spPr>
        <p:txBody>
          <a:bodyPr wrap="square" rtlCol="0">
            <a:spAutoFit/>
          </a:bodyPr>
          <a:p>
            <a:pPr algn="ctr"/>
            <a:r>
              <a:rPr lang="en-US" altLang="zh-CN"/>
              <a:t>3.</a:t>
            </a:r>
            <a:r>
              <a:rPr lang="zh-CN" altLang="en-US"/>
              <a:t>调用</a:t>
            </a:r>
            <a:r>
              <a:rPr lang="en-US" altLang="zh-CN"/>
              <a:t>URL</a:t>
            </a:r>
            <a:r>
              <a:rPr lang="zh-CN" altLang="en-US"/>
              <a:t>（接口地址）</a:t>
            </a:r>
            <a:endParaRPr lang="zh-CN" altLang="en-US"/>
          </a:p>
        </p:txBody>
      </p:sp>
      <p:sp>
        <p:nvSpPr>
          <p:cNvPr id="12" name="文本框 11"/>
          <p:cNvSpPr txBox="1"/>
          <p:nvPr/>
        </p:nvSpPr>
        <p:spPr>
          <a:xfrm>
            <a:off x="5123815" y="5016500"/>
            <a:ext cx="3352165" cy="368300"/>
          </a:xfrm>
          <a:prstGeom prst="rect">
            <a:avLst/>
          </a:prstGeom>
          <a:noFill/>
        </p:spPr>
        <p:txBody>
          <a:bodyPr wrap="square" rtlCol="0">
            <a:spAutoFit/>
          </a:bodyPr>
          <a:p>
            <a:r>
              <a:rPr lang="en-US" altLang="zh-CN"/>
              <a:t>4.</a:t>
            </a:r>
            <a:r>
              <a:rPr lang="zh-CN" altLang="en-US"/>
              <a:t>请求参数说明和返回参数说明</a:t>
            </a:r>
            <a:endParaRPr lang="zh-CN" altLang="en-US"/>
          </a:p>
        </p:txBody>
      </p:sp>
      <p:sp>
        <p:nvSpPr>
          <p:cNvPr id="13" name="文本框 12"/>
          <p:cNvSpPr txBox="1"/>
          <p:nvPr/>
        </p:nvSpPr>
        <p:spPr>
          <a:xfrm>
            <a:off x="3133725" y="5551170"/>
            <a:ext cx="7331710" cy="368300"/>
          </a:xfrm>
          <a:prstGeom prst="rect">
            <a:avLst/>
          </a:prstGeom>
          <a:noFill/>
        </p:spPr>
        <p:txBody>
          <a:bodyPr wrap="square" rtlCol="0">
            <a:spAutoFit/>
          </a:bodyPr>
          <a:p>
            <a:r>
              <a:rPr lang="zh-CN" altLang="en-US"/>
              <a:t>实例：</a:t>
            </a:r>
            <a:r>
              <a:rPr lang="zh-CN" altLang="en-US">
                <a:hlinkClick r:id="rId2" action="ppaction://hlinkfile"/>
              </a:rPr>
              <a:t>https://www.idataapi.cn/product/detail/157</a:t>
            </a:r>
            <a:endParaRPr lang="zh-CN" altLang="en-US"/>
          </a:p>
        </p:txBody>
      </p:sp>
    </p:spTree>
  </p:cSld>
  <p:clrMapOvr>
    <a:masterClrMapping/>
  </p:clrMapOvr>
  <p:transition spd="slow">
    <p:strips dir="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498" name="组合 8"/>
          <p:cNvGrpSpPr/>
          <p:nvPr/>
        </p:nvGrpSpPr>
        <p:grpSpPr bwMode="auto">
          <a:xfrm>
            <a:off x="0" y="0"/>
            <a:ext cx="4965700" cy="6858000"/>
            <a:chOff x="0" y="0"/>
            <a:chExt cx="4965700" cy="6858000"/>
          </a:xfrm>
        </p:grpSpPr>
        <p:pic>
          <p:nvPicPr>
            <p:cNvPr id="106509"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6510"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58340" y="1540510"/>
              <a:ext cx="452120"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文档分析</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sp>
        <p:nvSpPr>
          <p:cNvPr id="10" name="文本框 9"/>
          <p:cNvSpPr txBox="1"/>
          <p:nvPr/>
        </p:nvSpPr>
        <p:spPr>
          <a:xfrm>
            <a:off x="3472180" y="1706880"/>
            <a:ext cx="3872230" cy="5077460"/>
          </a:xfrm>
          <a:prstGeom prst="rect">
            <a:avLst/>
          </a:prstGeom>
          <a:noFill/>
        </p:spPr>
        <p:txBody>
          <a:bodyPr wrap="square" rtlCol="0">
            <a:spAutoFit/>
          </a:bodyPr>
          <a:p>
            <a:r>
              <a:rPr sz="2000">
                <a:latin typeface="+mn-ea"/>
                <a:ea typeface="+mn-ea"/>
                <a:cs typeface="+mn-ea"/>
              </a:rPr>
              <a:t>1</a:t>
            </a:r>
            <a:r>
              <a:rPr lang="en-US" sz="2000">
                <a:latin typeface="+mn-ea"/>
                <a:ea typeface="+mn-ea"/>
                <a:cs typeface="+mn-ea"/>
              </a:rPr>
              <a:t>.</a:t>
            </a:r>
            <a:r>
              <a:rPr sz="2000">
                <a:latin typeface="+mn-ea"/>
                <a:ea typeface="+mn-ea"/>
                <a:cs typeface="+mn-ea"/>
              </a:rPr>
              <a:t>理解接口参数，熟悉接口参数的输入要求、输入值范围、必填项等；</a:t>
            </a:r>
            <a:endParaRPr sz="2000">
              <a:latin typeface="+mn-ea"/>
              <a:ea typeface="+mn-ea"/>
              <a:cs typeface="+mn-ea"/>
            </a:endParaRPr>
          </a:p>
          <a:p>
            <a:r>
              <a:rPr sz="2000">
                <a:latin typeface="+mn-ea"/>
                <a:ea typeface="+mn-ea"/>
                <a:cs typeface="+mn-ea"/>
              </a:rPr>
              <a:t>2</a:t>
            </a:r>
            <a:r>
              <a:rPr lang="en-US" sz="2000">
                <a:latin typeface="+mn-ea"/>
                <a:ea typeface="+mn-ea"/>
                <a:cs typeface="+mn-ea"/>
              </a:rPr>
              <a:t>.</a:t>
            </a:r>
            <a:r>
              <a:rPr sz="2000">
                <a:latin typeface="+mn-ea"/>
                <a:ea typeface="+mn-ea"/>
                <a:cs typeface="+mn-ea"/>
              </a:rPr>
              <a:t>理解接口输出，熟悉返回json的结构构成、返回值类别、返回值范围、返回data的不同类型等</a:t>
            </a:r>
            <a:endParaRPr sz="2000">
              <a:latin typeface="+mn-ea"/>
              <a:ea typeface="+mn-ea"/>
              <a:cs typeface="+mn-ea"/>
            </a:endParaRPr>
          </a:p>
          <a:p>
            <a:r>
              <a:rPr sz="2000">
                <a:latin typeface="+mn-ea"/>
                <a:ea typeface="+mn-ea"/>
                <a:cs typeface="+mn-ea"/>
              </a:rPr>
              <a:t>3</a:t>
            </a:r>
            <a:r>
              <a:rPr lang="en-US" sz="2000">
                <a:latin typeface="+mn-ea"/>
                <a:ea typeface="+mn-ea"/>
                <a:cs typeface="+mn-ea"/>
              </a:rPr>
              <a:t>.</a:t>
            </a:r>
            <a:r>
              <a:rPr sz="2000">
                <a:latin typeface="+mn-ea"/>
                <a:ea typeface="+mn-ea"/>
                <a:cs typeface="+mn-ea"/>
              </a:rPr>
              <a:t>理解接口的逻辑、接口的业务关联，熟悉技术方案中的接口相互关联、依赖的关系，接口与接口之间的数据传递等。</a:t>
            </a:r>
            <a:endParaRPr sz="2000">
              <a:latin typeface="+mn-ea"/>
              <a:ea typeface="+mn-ea"/>
              <a:cs typeface="+mn-ea"/>
            </a:endParaRPr>
          </a:p>
          <a:p>
            <a:r>
              <a:rPr sz="2000">
                <a:latin typeface="+mn-ea"/>
                <a:ea typeface="+mn-ea"/>
                <a:cs typeface="+mn-ea"/>
              </a:rPr>
              <a:t>4</a:t>
            </a:r>
            <a:r>
              <a:rPr lang="en-US" sz="2000">
                <a:latin typeface="+mn-ea"/>
                <a:ea typeface="+mn-ea"/>
                <a:cs typeface="+mn-ea"/>
              </a:rPr>
              <a:t>.</a:t>
            </a:r>
            <a:r>
              <a:rPr sz="2000">
                <a:latin typeface="+mn-ea"/>
                <a:ea typeface="+mn-ea"/>
                <a:cs typeface="+mn-ea"/>
              </a:rPr>
              <a:t>寻找测试点，根据输入(参数名、取值范围)、输出(参数名、返回值范围)、关联关系，进行测试点分析；</a:t>
            </a:r>
            <a:endParaRPr sz="2000">
              <a:latin typeface="+mn-ea"/>
              <a:ea typeface="+mn-ea"/>
              <a:cs typeface="+mn-ea"/>
            </a:endParaRPr>
          </a:p>
          <a:p>
            <a:endParaRPr sz="2000">
              <a:latin typeface="+mn-ea"/>
              <a:ea typeface="+mn-ea"/>
              <a:cs typeface="+mn-ea"/>
            </a:endParaRPr>
          </a:p>
          <a:p>
            <a:endParaRPr lang="zh-CN" altLang="en-US" sz="2400">
              <a:latin typeface="宋体" panose="02010600030101010101" pitchFamily="2" charset="-122"/>
              <a:cs typeface="宋体" panose="02010600030101010101" pitchFamily="2" charset="-122"/>
            </a:endParaRPr>
          </a:p>
        </p:txBody>
      </p:sp>
      <p:grpSp>
        <p:nvGrpSpPr>
          <p:cNvPr id="48" name="组合 47"/>
          <p:cNvGrpSpPr/>
          <p:nvPr/>
        </p:nvGrpSpPr>
        <p:grpSpPr bwMode="auto">
          <a:xfrm>
            <a:off x="8604568" y="2862898"/>
            <a:ext cx="1584325" cy="1439862"/>
            <a:chOff x="6300192" y="1491553"/>
            <a:chExt cx="1584176" cy="1440160"/>
          </a:xfrm>
        </p:grpSpPr>
        <p:sp>
          <p:nvSpPr>
            <p:cNvPr id="49" name="流程图: 手动操作 48"/>
            <p:cNvSpPr/>
            <p:nvPr/>
          </p:nvSpPr>
          <p:spPr>
            <a:xfrm rot="16200000">
              <a:off x="6372200" y="1419544"/>
              <a:ext cx="1440160" cy="1584176"/>
            </a:xfrm>
            <a:prstGeom prst="flowChartManualOperati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solidFill>
                  <a:schemeClr val="tx1">
                    <a:lumMod val="85000"/>
                    <a:lumOff val="15000"/>
                  </a:schemeClr>
                </a:solidFill>
                <a:latin typeface="微软雅黑" panose="020B0503020204020204" pitchFamily="34" charset="-122"/>
                <a:ea typeface="微软雅黑" panose="020B0503020204020204" pitchFamily="34" charset="-122"/>
              </a:endParaRPr>
            </a:p>
          </p:txBody>
        </p:sp>
        <p:sp useBgFill="1">
          <p:nvSpPr>
            <p:cNvPr id="107536" name="KSO_Shape"/>
            <p:cNvSpPr/>
            <p:nvPr/>
          </p:nvSpPr>
          <p:spPr bwMode="auto">
            <a:xfrm>
              <a:off x="6781990" y="1970269"/>
              <a:ext cx="546830" cy="547743"/>
            </a:xfrm>
            <a:custGeom>
              <a:avLst/>
              <a:gdLst>
                <a:gd name="T0" fmla="*/ 312738 w 1909763"/>
                <a:gd name="T1" fmla="*/ 1239816 h 1912938"/>
                <a:gd name="T2" fmla="*/ 425768 w 1909763"/>
                <a:gd name="T3" fmla="*/ 1261376 h 1912938"/>
                <a:gd name="T4" fmla="*/ 471488 w 1909763"/>
                <a:gd name="T5" fmla="*/ 1341276 h 1912938"/>
                <a:gd name="T6" fmla="*/ 532448 w 1909763"/>
                <a:gd name="T7" fmla="*/ 1402469 h 1912938"/>
                <a:gd name="T8" fmla="*/ 634365 w 1909763"/>
                <a:gd name="T9" fmla="*/ 1462394 h 1912938"/>
                <a:gd name="T10" fmla="*/ 650558 w 1909763"/>
                <a:gd name="T11" fmla="*/ 1540074 h 1912938"/>
                <a:gd name="T12" fmla="*/ 0 w 1909763"/>
                <a:gd name="T13" fmla="*/ 1912938 h 1912938"/>
                <a:gd name="T14" fmla="*/ 994208 w 1909763"/>
                <a:gd name="T15" fmla="*/ 549281 h 1912938"/>
                <a:gd name="T16" fmla="*/ 1088794 w 1909763"/>
                <a:gd name="T17" fmla="*/ 598191 h 1912938"/>
                <a:gd name="T18" fmla="*/ 1181476 w 1909763"/>
                <a:gd name="T19" fmla="*/ 670285 h 1912938"/>
                <a:gd name="T20" fmla="*/ 1300185 w 1909763"/>
                <a:gd name="T21" fmla="*/ 803993 h 1912938"/>
                <a:gd name="T22" fmla="*/ 1357635 w 1909763"/>
                <a:gd name="T23" fmla="*/ 910388 h 1912938"/>
                <a:gd name="T24" fmla="*/ 1373188 w 1909763"/>
                <a:gd name="T25" fmla="*/ 975495 h 1912938"/>
                <a:gd name="T26" fmla="*/ 744728 w 1909763"/>
                <a:gd name="T27" fmla="*/ 1528113 h 1912938"/>
                <a:gd name="T28" fmla="*/ 722510 w 1909763"/>
                <a:gd name="T29" fmla="*/ 1447443 h 1912938"/>
                <a:gd name="T30" fmla="*/ 692039 w 1909763"/>
                <a:gd name="T31" fmla="*/ 1368362 h 1912938"/>
                <a:gd name="T32" fmla="*/ 608245 w 1909763"/>
                <a:gd name="T33" fmla="*/ 1314688 h 1912938"/>
                <a:gd name="T34" fmla="*/ 556825 w 1909763"/>
                <a:gd name="T35" fmla="*/ 1262285 h 1912938"/>
                <a:gd name="T36" fmla="*/ 497471 w 1909763"/>
                <a:gd name="T37" fmla="*/ 1178122 h 1912938"/>
                <a:gd name="T38" fmla="*/ 416215 w 1909763"/>
                <a:gd name="T39" fmla="*/ 1172087 h 1912938"/>
                <a:gd name="T40" fmla="*/ 335595 w 1909763"/>
                <a:gd name="T41" fmla="*/ 1142551 h 1912938"/>
                <a:gd name="T42" fmla="*/ 1106715 w 1909763"/>
                <a:gd name="T43" fmla="*/ 390843 h 1912938"/>
                <a:gd name="T44" fmla="*/ 1187252 w 1909763"/>
                <a:gd name="T45" fmla="*/ 414656 h 1912938"/>
                <a:gd name="T46" fmla="*/ 1283386 w 1909763"/>
                <a:gd name="T47" fmla="*/ 469901 h 1912938"/>
                <a:gd name="T48" fmla="*/ 1396074 w 1909763"/>
                <a:gd name="T49" fmla="*/ 572136 h 1912938"/>
                <a:gd name="T50" fmla="*/ 1471517 w 1909763"/>
                <a:gd name="T51" fmla="*/ 676911 h 1912938"/>
                <a:gd name="T52" fmla="*/ 1502395 w 1909763"/>
                <a:gd name="T53" fmla="*/ 756286 h 1912938"/>
                <a:gd name="T54" fmla="*/ 1444778 w 1909763"/>
                <a:gd name="T55" fmla="*/ 877888 h 1912938"/>
                <a:gd name="T56" fmla="*/ 1399894 w 1909763"/>
                <a:gd name="T57" fmla="*/ 757873 h 1912938"/>
                <a:gd name="T58" fmla="*/ 1291981 w 1909763"/>
                <a:gd name="T59" fmla="*/ 620396 h 1912938"/>
                <a:gd name="T60" fmla="*/ 1187252 w 1909763"/>
                <a:gd name="T61" fmla="*/ 532448 h 1912938"/>
                <a:gd name="T62" fmla="*/ 1100030 w 1909763"/>
                <a:gd name="T63" fmla="*/ 481966 h 1912938"/>
                <a:gd name="T64" fmla="*/ 1084432 w 1909763"/>
                <a:gd name="T65" fmla="*/ 388938 h 1912938"/>
                <a:gd name="T66" fmla="*/ 1280161 w 1909763"/>
                <a:gd name="T67" fmla="*/ 249850 h 1912938"/>
                <a:gd name="T68" fmla="*/ 1366838 w 1909763"/>
                <a:gd name="T69" fmla="*/ 288196 h 1912938"/>
                <a:gd name="T70" fmla="*/ 1477963 w 1909763"/>
                <a:gd name="T71" fmla="*/ 369325 h 1912938"/>
                <a:gd name="T72" fmla="*/ 1583691 w 1909763"/>
                <a:gd name="T73" fmla="*/ 486264 h 1912938"/>
                <a:gd name="T74" fmla="*/ 1636713 w 1909763"/>
                <a:gd name="T75" fmla="*/ 583238 h 1912938"/>
                <a:gd name="T76" fmla="*/ 1653541 w 1909763"/>
                <a:gd name="T77" fmla="*/ 650422 h 1912938"/>
                <a:gd name="T78" fmla="*/ 1578293 w 1909763"/>
                <a:gd name="T79" fmla="*/ 704297 h 1912938"/>
                <a:gd name="T80" fmla="*/ 1507173 w 1909763"/>
                <a:gd name="T81" fmla="*/ 569294 h 1912938"/>
                <a:gd name="T82" fmla="*/ 1386841 w 1909763"/>
                <a:gd name="T83" fmla="*/ 439362 h 1912938"/>
                <a:gd name="T84" fmla="*/ 1283018 w 1909763"/>
                <a:gd name="T85" fmla="*/ 363620 h 1912938"/>
                <a:gd name="T86" fmla="*/ 1179513 w 1909763"/>
                <a:gd name="T87" fmla="*/ 314500 h 1912938"/>
                <a:gd name="T88" fmla="*/ 1578441 w 1909763"/>
                <a:gd name="T89" fmla="*/ 0 h 1912938"/>
                <a:gd name="T90" fmla="*/ 1681363 w 1909763"/>
                <a:gd name="T91" fmla="*/ 27984 h 1912938"/>
                <a:gd name="T92" fmla="*/ 1804617 w 1909763"/>
                <a:gd name="T93" fmla="*/ 111300 h 1912938"/>
                <a:gd name="T94" fmla="*/ 1888797 w 1909763"/>
                <a:gd name="T95" fmla="*/ 217831 h 1912938"/>
                <a:gd name="T96" fmla="*/ 1909763 w 1909763"/>
                <a:gd name="T97" fmla="*/ 316729 h 1912938"/>
                <a:gd name="T98" fmla="*/ 1887527 w 1909763"/>
                <a:gd name="T99" fmla="*/ 400681 h 1912938"/>
                <a:gd name="T100" fmla="*/ 1841783 w 1909763"/>
                <a:gd name="T101" fmla="*/ 463328 h 1912938"/>
                <a:gd name="T102" fmla="*/ 1723930 w 1909763"/>
                <a:gd name="T103" fmla="*/ 553322 h 1912938"/>
                <a:gd name="T104" fmla="*/ 1693117 w 1909763"/>
                <a:gd name="T105" fmla="*/ 468098 h 1912938"/>
                <a:gd name="T106" fmla="*/ 1641973 w 1909763"/>
                <a:gd name="T107" fmla="*/ 387643 h 1912938"/>
                <a:gd name="T108" fmla="*/ 1559381 w 1909763"/>
                <a:gd name="T109" fmla="*/ 299239 h 1912938"/>
                <a:gd name="T110" fmla="*/ 1471388 w 1909763"/>
                <a:gd name="T111" fmla="*/ 232777 h 1912938"/>
                <a:gd name="T112" fmla="*/ 1392925 w 1909763"/>
                <a:gd name="T113" fmla="*/ 193981 h 1912938"/>
                <a:gd name="T114" fmla="*/ 1330346 w 1909763"/>
                <a:gd name="T115" fmla="*/ 138966 h 1912938"/>
                <a:gd name="T116" fmla="*/ 1455505 w 1909763"/>
                <a:gd name="T117" fmla="*/ 34026 h 1912938"/>
                <a:gd name="T118" fmla="*/ 1524438 w 1909763"/>
                <a:gd name="T119" fmla="*/ 4770 h 19129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ln>
              <a:noFill/>
            </a:ln>
            <a:extLst>
              <a:ext uri="{91240B29-F687-4F45-9708-019B960494DF}">
                <a14:hiddenLine xmlns:a14="http://schemas.microsoft.com/office/drawing/2010/main" w="9525">
                  <a:solidFill>
                    <a:srgbClr val="000000"/>
                  </a:solidFill>
                  <a:round/>
                </a14:hiddenLine>
              </a:ext>
            </a:extLst>
          </p:spPr>
          <p:txBody>
            <a:bodyPr/>
            <a:p>
              <a:endParaRPr lang="zh-CN" altLang="en-US"/>
            </a:p>
          </p:txBody>
        </p:sp>
      </p:gr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1+#ppt_w/2"/>
                                          </p:val>
                                        </p:tav>
                                        <p:tav tm="100000">
                                          <p:val>
                                            <p:strVal val="#ppt_x"/>
                                          </p:val>
                                        </p:tav>
                                      </p:tavLst>
                                    </p:anim>
                                    <p:anim calcmode="lin" valueType="num">
                                      <p:cBhvr additive="base">
                                        <p:cTn id="8" dur="50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3493135" y="1845310"/>
            <a:ext cx="6737350" cy="4246245"/>
          </a:xfrm>
          <a:prstGeom prst="rect">
            <a:avLst/>
          </a:prstGeom>
          <a:noFill/>
        </p:spPr>
        <p:txBody>
          <a:bodyPr wrap="square" rtlCol="0">
            <a:spAutoFit/>
          </a:bodyPr>
          <a:p>
            <a:r>
              <a:rPr lang="zh-CN" altLang="en-US">
                <a:sym typeface="+mn-ea"/>
              </a:rPr>
              <a:t>1</a:t>
            </a:r>
            <a:r>
              <a:rPr lang="en-US" altLang="zh-CN">
                <a:sym typeface="+mn-ea"/>
              </a:rPr>
              <a:t>.</a:t>
            </a:r>
            <a:r>
              <a:rPr lang="zh-CN" altLang="en-US">
                <a:sym typeface="+mn-ea"/>
              </a:rPr>
              <a:t>是否满足前提条件</a:t>
            </a:r>
            <a:endParaRPr lang="zh-CN" altLang="en-US"/>
          </a:p>
          <a:p>
            <a:r>
              <a:rPr lang="zh-CN" altLang="en-US">
                <a:sym typeface="+mn-ea"/>
              </a:rPr>
              <a:t>有些接口需要满足前置条件，才可成功获取数据</a:t>
            </a:r>
            <a:endParaRPr lang="zh-CN" altLang="en-US">
              <a:sym typeface="+mn-ea"/>
            </a:endParaRPr>
          </a:p>
          <a:p>
            <a:r>
              <a:rPr lang="en-US" altLang="zh-CN">
                <a:sym typeface="+mn-ea"/>
              </a:rPr>
              <a:t>2.是否携带默认值参数</a:t>
            </a:r>
            <a:endParaRPr lang="en-US" altLang="zh-CN"/>
          </a:p>
          <a:p>
            <a:r>
              <a:rPr lang="en-US" altLang="zh-CN">
                <a:sym typeface="+mn-ea"/>
              </a:rPr>
              <a:t>带默认值的参数都不填写、不传参，必填参数都填写正确且存在的“常规”值，其它不填写</a:t>
            </a:r>
            <a:endParaRPr lang="en-US" altLang="zh-CN"/>
          </a:p>
          <a:p>
            <a:r>
              <a:rPr lang="en-US" altLang="zh-CN">
                <a:sym typeface="+mn-ea"/>
              </a:rPr>
              <a:t>3.业务规则、功能需求</a:t>
            </a:r>
            <a:endParaRPr lang="en-US" altLang="zh-CN"/>
          </a:p>
          <a:p>
            <a:r>
              <a:rPr lang="en-US" altLang="zh-CN">
                <a:sym typeface="+mn-ea"/>
              </a:rPr>
              <a:t>这里根据实际情况，结合接口参数</a:t>
            </a:r>
            <a:r>
              <a:rPr lang="zh-CN" altLang="en-US">
                <a:sym typeface="+mn-ea"/>
              </a:rPr>
              <a:t>设计用例</a:t>
            </a:r>
            <a:endParaRPr lang="en-US" altLang="zh-CN"/>
          </a:p>
          <a:p>
            <a:r>
              <a:rPr lang="en-US" altLang="zh-CN">
                <a:sym typeface="+mn-ea"/>
              </a:rPr>
              <a:t>4.参数是否必填</a:t>
            </a:r>
            <a:endParaRPr lang="en-US" altLang="zh-CN"/>
          </a:p>
          <a:p>
            <a:r>
              <a:rPr lang="en-US" altLang="zh-CN">
                <a:sym typeface="+mn-ea"/>
              </a:rPr>
              <a:t>针对每个必填参数，设计参数值为空用例</a:t>
            </a:r>
            <a:endParaRPr lang="en-US" altLang="zh-CN"/>
          </a:p>
          <a:p>
            <a:r>
              <a:rPr lang="en-US" altLang="zh-CN">
                <a:sym typeface="+mn-ea"/>
              </a:rPr>
              <a:t>5.参数之间是否存在关联</a:t>
            </a:r>
            <a:endParaRPr lang="en-US" altLang="zh-CN"/>
          </a:p>
          <a:p>
            <a:r>
              <a:rPr lang="en-US" altLang="zh-CN">
                <a:sym typeface="+mn-ea"/>
              </a:rPr>
              <a:t>有些参数彼此之间存在相互制约的关系</a:t>
            </a:r>
            <a:endParaRPr lang="en-US" altLang="zh-CN"/>
          </a:p>
          <a:p>
            <a:r>
              <a:rPr lang="en-US" altLang="zh-CN">
                <a:sym typeface="+mn-ea"/>
              </a:rPr>
              <a:t>6.参数数据类型限制</a:t>
            </a:r>
            <a:endParaRPr lang="en-US" altLang="zh-CN"/>
          </a:p>
          <a:p>
            <a:r>
              <a:rPr lang="zh-CN" altLang="en-US">
                <a:sym typeface="+mn-ea"/>
              </a:rPr>
              <a:t>根据数据类型设计用例</a:t>
            </a:r>
            <a:endParaRPr lang="zh-CN" altLang="en-US"/>
          </a:p>
          <a:p>
            <a:r>
              <a:rPr lang="zh-CN" altLang="en-US">
                <a:sym typeface="+mn-ea"/>
              </a:rPr>
              <a:t>6、参数数据类型自身的数据范围值限制</a:t>
            </a:r>
            <a:endParaRPr lang="zh-CN" altLang="en-US"/>
          </a:p>
          <a:p>
            <a:r>
              <a:rPr lang="zh-CN" altLang="en-US">
                <a:sym typeface="+mn-ea"/>
              </a:rPr>
              <a:t>针对所有参数，设计每个参数的参数值在数据范围内为最大值</a:t>
            </a:r>
            <a:endParaRPr lang="zh-CN" altLang="en-US"/>
          </a:p>
        </p:txBody>
      </p:sp>
      <p:grpSp>
        <p:nvGrpSpPr>
          <p:cNvPr id="109570" name="组合 8"/>
          <p:cNvGrpSpPr/>
          <p:nvPr/>
        </p:nvGrpSpPr>
        <p:grpSpPr bwMode="auto">
          <a:xfrm>
            <a:off x="0" y="0"/>
            <a:ext cx="4965700" cy="6858000"/>
            <a:chOff x="0" y="0"/>
            <a:chExt cx="4965700" cy="6858000"/>
          </a:xfrm>
        </p:grpSpPr>
        <p:pic>
          <p:nvPicPr>
            <p:cNvPr id="109585"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9586" name="组合 1"/>
            <p:cNvGrpSpPr/>
            <p:nvPr/>
          </p:nvGrpSpPr>
          <p:grpSpPr bwMode="auto">
            <a:xfrm>
              <a:off x="2144315" y="0"/>
              <a:ext cx="81439" cy="6858000"/>
              <a:chOff x="2144315" y="0"/>
              <a:chExt cx="81439" cy="6858000"/>
            </a:xfrm>
          </p:grpSpPr>
          <p:sp>
            <p:nvSpPr>
              <p:cNvPr id="4" name="椭圆 3"/>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p>
                <a:pPr defTabSz="912495">
                  <a:buFont typeface="Arial" panose="020B0604020202020204" pitchFamily="34" charset="0"/>
                  <a:buNone/>
                  <a:defRPr/>
                </a:pPr>
                <a:endParaRPr lang="zh-CN" altLang="en-US"/>
              </a:p>
            </p:txBody>
          </p:sp>
          <p:cxnSp>
            <p:nvCxnSpPr>
              <p:cNvPr id="5" name="直接连接符 4"/>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6" name="直接连接符 5"/>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7" name="椭圆 6"/>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p>
                <a:pPr defTabSz="912495">
                  <a:buFont typeface="Arial" panose="020B0604020202020204" pitchFamily="34" charset="0"/>
                  <a:buNone/>
                  <a:defRPr/>
                </a:pPr>
                <a:endParaRPr lang="zh-CN" altLang="en-US"/>
              </a:p>
            </p:txBody>
          </p:sp>
        </p:grpSp>
        <p:sp>
          <p:nvSpPr>
            <p:cNvPr id="8" name="文本框 7"/>
            <p:cNvSpPr txBox="1">
              <a:spLocks noChangeArrowheads="1"/>
            </p:cNvSpPr>
            <p:nvPr/>
          </p:nvSpPr>
          <p:spPr bwMode="auto">
            <a:xfrm>
              <a:off x="1967865" y="1597660"/>
              <a:ext cx="434975"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用例设计</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641725" y="1998345"/>
            <a:ext cx="6486525" cy="2861310"/>
          </a:xfrm>
          <a:prstGeom prst="rect">
            <a:avLst/>
          </a:prstGeom>
          <a:noFill/>
        </p:spPr>
        <p:txBody>
          <a:bodyPr wrap="square" rtlCol="0">
            <a:spAutoFit/>
          </a:bodyPr>
          <a:p>
            <a:r>
              <a:rPr lang="zh-CN" altLang="en-US" sz="2000">
                <a:latin typeface="+mn-ea"/>
                <a:ea typeface="+mn-ea"/>
                <a:cs typeface="+mn-ea"/>
              </a:rPr>
              <a:t>在没有特殊要求的情况下，至少需要考虑以下内容：</a:t>
            </a:r>
            <a:endParaRPr lang="zh-CN" altLang="en-US" sz="2000">
              <a:latin typeface="+mn-ea"/>
              <a:ea typeface="+mn-ea"/>
              <a:cs typeface="+mn-ea"/>
            </a:endParaRPr>
          </a:p>
          <a:p>
            <a:r>
              <a:rPr lang="zh-CN" altLang="en-US" sz="2000">
                <a:latin typeface="+mn-ea"/>
                <a:ea typeface="+mn-ea"/>
                <a:cs typeface="+mn-ea"/>
              </a:rPr>
              <a:t>1</a:t>
            </a:r>
            <a:r>
              <a:rPr lang="en-US" altLang="zh-CN" sz="2000">
                <a:latin typeface="+mn-ea"/>
                <a:ea typeface="+mn-ea"/>
                <a:cs typeface="+mn-ea"/>
              </a:rPr>
              <a:t>.</a:t>
            </a:r>
            <a:r>
              <a:rPr lang="zh-CN" altLang="en-US" sz="2000">
                <a:latin typeface="+mn-ea"/>
                <a:ea typeface="+mn-ea"/>
                <a:cs typeface="+mn-ea"/>
              </a:rPr>
              <a:t>业务功能覆盖是否完整</a:t>
            </a:r>
            <a:endParaRPr lang="zh-CN" altLang="en-US" sz="2000">
              <a:latin typeface="+mn-ea"/>
              <a:ea typeface="+mn-ea"/>
              <a:cs typeface="+mn-ea"/>
            </a:endParaRPr>
          </a:p>
          <a:p>
            <a:r>
              <a:rPr lang="zh-CN" altLang="en-US" sz="2000">
                <a:latin typeface="+mn-ea"/>
                <a:ea typeface="+mn-ea"/>
                <a:cs typeface="+mn-ea"/>
              </a:rPr>
              <a:t>2</a:t>
            </a:r>
            <a:r>
              <a:rPr lang="en-US" altLang="zh-CN" sz="2000">
                <a:latin typeface="+mn-ea"/>
                <a:ea typeface="+mn-ea"/>
                <a:cs typeface="+mn-ea"/>
              </a:rPr>
              <a:t>.</a:t>
            </a:r>
            <a:r>
              <a:rPr lang="zh-CN" altLang="en-US" sz="2000">
                <a:latin typeface="+mn-ea"/>
                <a:ea typeface="+mn-ea"/>
                <a:cs typeface="+mn-ea"/>
              </a:rPr>
              <a:t>业务规则覆盖是否完整</a:t>
            </a:r>
            <a:endParaRPr lang="zh-CN" altLang="en-US" sz="2000">
              <a:latin typeface="+mn-ea"/>
              <a:ea typeface="+mn-ea"/>
              <a:cs typeface="+mn-ea"/>
            </a:endParaRPr>
          </a:p>
          <a:p>
            <a:r>
              <a:rPr lang="zh-CN" altLang="en-US" sz="2000">
                <a:latin typeface="+mn-ea"/>
                <a:ea typeface="+mn-ea"/>
                <a:cs typeface="+mn-ea"/>
              </a:rPr>
              <a:t>3</a:t>
            </a:r>
            <a:r>
              <a:rPr lang="en-US" altLang="zh-CN" sz="2000">
                <a:latin typeface="+mn-ea"/>
                <a:ea typeface="+mn-ea"/>
                <a:cs typeface="+mn-ea"/>
              </a:rPr>
              <a:t>.</a:t>
            </a:r>
            <a:r>
              <a:rPr lang="zh-CN" altLang="en-US" sz="2000">
                <a:latin typeface="+mn-ea"/>
                <a:ea typeface="+mn-ea"/>
                <a:cs typeface="+mn-ea"/>
              </a:rPr>
              <a:t>参数验证是否达到要求</a:t>
            </a:r>
            <a:endParaRPr lang="zh-CN" altLang="en-US" sz="2000">
              <a:latin typeface="+mn-ea"/>
              <a:ea typeface="+mn-ea"/>
              <a:cs typeface="+mn-ea"/>
            </a:endParaRPr>
          </a:p>
          <a:p>
            <a:r>
              <a:rPr lang="zh-CN" altLang="en-US" sz="2000">
                <a:latin typeface="+mn-ea"/>
                <a:ea typeface="+mn-ea"/>
                <a:cs typeface="+mn-ea"/>
              </a:rPr>
              <a:t>4</a:t>
            </a:r>
            <a:r>
              <a:rPr lang="en-US" altLang="zh-CN" sz="2000">
                <a:latin typeface="+mn-ea"/>
                <a:ea typeface="+mn-ea"/>
                <a:cs typeface="+mn-ea"/>
              </a:rPr>
              <a:t>.</a:t>
            </a:r>
            <a:r>
              <a:rPr lang="zh-CN" altLang="en-US" sz="2000">
                <a:latin typeface="+mn-ea"/>
                <a:ea typeface="+mn-ea"/>
                <a:cs typeface="+mn-ea"/>
              </a:rPr>
              <a:t>接口异常场景覆盖是否完整</a:t>
            </a:r>
            <a:endParaRPr lang="zh-CN" altLang="en-US" sz="2000">
              <a:latin typeface="+mn-ea"/>
              <a:ea typeface="+mn-ea"/>
              <a:cs typeface="+mn-ea"/>
            </a:endParaRPr>
          </a:p>
          <a:p>
            <a:endParaRPr lang="zh-CN" altLang="en-US" sz="2000">
              <a:latin typeface="+mn-ea"/>
              <a:ea typeface="+mn-ea"/>
              <a:cs typeface="+mn-ea"/>
            </a:endParaRPr>
          </a:p>
          <a:p>
            <a:r>
              <a:rPr lang="zh-CN" altLang="en-US" sz="2000">
                <a:latin typeface="+mn-ea"/>
                <a:ea typeface="+mn-ea"/>
                <a:cs typeface="+mn-ea"/>
              </a:rPr>
              <a:t>如果接口需求还包含性能或者安全要求，还要对接口进行性能测试和安全测试，就需要考虑：性能指标是否满足要求、安全指标是否满足要求</a:t>
            </a:r>
            <a:endParaRPr lang="zh-CN" altLang="en-US" sz="2000">
              <a:latin typeface="+mn-ea"/>
              <a:ea typeface="+mn-ea"/>
              <a:cs typeface="+mn-ea"/>
            </a:endParaRPr>
          </a:p>
        </p:txBody>
      </p:sp>
      <p:grpSp>
        <p:nvGrpSpPr>
          <p:cNvPr id="107522" name="组合 8"/>
          <p:cNvGrpSpPr/>
          <p:nvPr/>
        </p:nvGrpSpPr>
        <p:grpSpPr bwMode="auto">
          <a:xfrm>
            <a:off x="-29845" y="0"/>
            <a:ext cx="4965700" cy="6858000"/>
            <a:chOff x="0" y="0"/>
            <a:chExt cx="4965700" cy="6858000"/>
          </a:xfrm>
        </p:grpSpPr>
        <p:pic>
          <p:nvPicPr>
            <p:cNvPr id="107547"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7548"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65325" y="1597660"/>
              <a:ext cx="438150"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用例设计</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570" name="组合 8"/>
          <p:cNvGrpSpPr/>
          <p:nvPr/>
        </p:nvGrpSpPr>
        <p:grpSpPr bwMode="auto">
          <a:xfrm>
            <a:off x="0" y="0"/>
            <a:ext cx="4965700" cy="6858000"/>
            <a:chOff x="0" y="0"/>
            <a:chExt cx="4965700" cy="6858000"/>
          </a:xfrm>
        </p:grpSpPr>
        <p:pic>
          <p:nvPicPr>
            <p:cNvPr id="109585"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9586"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60880" y="1492885"/>
              <a:ext cx="449580"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用例设计</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sp>
        <p:nvSpPr>
          <p:cNvPr id="63" name="TextBox 16"/>
          <p:cNvSpPr>
            <a:spLocks noChangeArrowheads="1"/>
          </p:cNvSpPr>
          <p:nvPr/>
        </p:nvSpPr>
        <p:spPr bwMode="auto">
          <a:xfrm>
            <a:off x="2767013" y="1985963"/>
            <a:ext cx="223202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spAutoFit/>
          </a:bodyPr>
          <a:lstStyle/>
          <a:p>
            <a:pPr algn="ctr">
              <a:lnSpc>
                <a:spcPct val="300000"/>
              </a:lnSpc>
              <a:defRPr/>
            </a:pPr>
            <a:endParaRPr lang="zh-CN" altLang="en-US" sz="1600" dirty="0">
              <a:solidFill>
                <a:schemeClr val="tx1">
                  <a:lumMod val="75000"/>
                  <a:lumOff val="25000"/>
                </a:schemeClr>
              </a:solidFill>
            </a:endParaRPr>
          </a:p>
        </p:txBody>
      </p:sp>
      <p:pic>
        <p:nvPicPr>
          <p:cNvPr id="10" name="图片 9"/>
          <p:cNvPicPr>
            <a:picLocks noChangeAspect="1"/>
          </p:cNvPicPr>
          <p:nvPr/>
        </p:nvPicPr>
        <p:blipFill>
          <a:blip r:embed="rId2"/>
          <a:stretch>
            <a:fillRect/>
          </a:stretch>
        </p:blipFill>
        <p:spPr>
          <a:xfrm>
            <a:off x="3094990" y="1794510"/>
            <a:ext cx="7959090" cy="4309745"/>
          </a:xfrm>
          <a:prstGeom prst="rect">
            <a:avLst/>
          </a:prstGeom>
        </p:spPr>
      </p:pic>
      <p:pic>
        <p:nvPicPr>
          <p:cNvPr id="2" name="图片 1"/>
          <p:cNvPicPr>
            <a:picLocks noChangeAspect="1"/>
          </p:cNvPicPr>
          <p:nvPr/>
        </p:nvPicPr>
        <p:blipFill>
          <a:blip r:embed="rId3"/>
          <a:stretch>
            <a:fillRect/>
          </a:stretch>
        </p:blipFill>
        <p:spPr>
          <a:xfrm>
            <a:off x="2534920" y="709295"/>
            <a:ext cx="9218930" cy="5615305"/>
          </a:xfrm>
          <a:prstGeom prst="rect">
            <a:avLst/>
          </a:prstGeom>
        </p:spPr>
      </p:pic>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1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9570" name="组合 8"/>
          <p:cNvGrpSpPr/>
          <p:nvPr/>
        </p:nvGrpSpPr>
        <p:grpSpPr bwMode="auto">
          <a:xfrm>
            <a:off x="0" y="0"/>
            <a:ext cx="4965700" cy="6858000"/>
            <a:chOff x="0" y="0"/>
            <a:chExt cx="4965700" cy="6858000"/>
          </a:xfrm>
        </p:grpSpPr>
        <p:pic>
          <p:nvPicPr>
            <p:cNvPr id="109585"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9586"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60880" y="1492885"/>
              <a:ext cx="449580"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用例设计</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sp>
        <p:nvSpPr>
          <p:cNvPr id="9" name="文本框 8"/>
          <p:cNvSpPr txBox="1"/>
          <p:nvPr/>
        </p:nvSpPr>
        <p:spPr>
          <a:xfrm>
            <a:off x="2962910" y="1419225"/>
            <a:ext cx="4614545" cy="521970"/>
          </a:xfrm>
          <a:prstGeom prst="rect">
            <a:avLst/>
          </a:prstGeom>
          <a:noFill/>
        </p:spPr>
        <p:txBody>
          <a:bodyPr wrap="square" rtlCol="0">
            <a:spAutoFit/>
          </a:bodyPr>
          <a:p>
            <a:r>
              <a:rPr lang="zh-CN" altLang="en-US" sz="2800"/>
              <a:t>用例模板</a:t>
            </a:r>
            <a:endParaRPr lang="zh-CN" altLang="en-US" sz="2800"/>
          </a:p>
        </p:txBody>
      </p:sp>
      <p:pic>
        <p:nvPicPr>
          <p:cNvPr id="10" name="图片 9"/>
          <p:cNvPicPr>
            <a:picLocks noChangeAspect="1"/>
          </p:cNvPicPr>
          <p:nvPr/>
        </p:nvPicPr>
        <p:blipFill>
          <a:blip r:embed="rId2"/>
          <a:stretch>
            <a:fillRect/>
          </a:stretch>
        </p:blipFill>
        <p:spPr>
          <a:xfrm>
            <a:off x="2654935" y="1941195"/>
            <a:ext cx="8891270" cy="41186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3666" name="组合 8"/>
          <p:cNvGrpSpPr/>
          <p:nvPr/>
        </p:nvGrpSpPr>
        <p:grpSpPr bwMode="auto">
          <a:xfrm>
            <a:off x="0" y="0"/>
            <a:ext cx="4965700" cy="6858000"/>
            <a:chOff x="0" y="0"/>
            <a:chExt cx="4965700" cy="6858000"/>
          </a:xfrm>
        </p:grpSpPr>
        <p:pic>
          <p:nvPicPr>
            <p:cNvPr id="113682"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3683"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80565" y="1500505"/>
              <a:ext cx="407035"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数据准备</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pic>
        <p:nvPicPr>
          <p:cNvPr id="2" name="图片 1"/>
          <p:cNvPicPr>
            <a:picLocks noChangeAspect="1"/>
          </p:cNvPicPr>
          <p:nvPr/>
        </p:nvPicPr>
        <p:blipFill>
          <a:blip r:embed="rId2"/>
          <a:stretch>
            <a:fillRect/>
          </a:stretch>
        </p:blipFill>
        <p:spPr>
          <a:xfrm>
            <a:off x="3141980" y="1732915"/>
            <a:ext cx="7883525" cy="42919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666" name="组合 8"/>
          <p:cNvGrpSpPr/>
          <p:nvPr/>
        </p:nvGrpSpPr>
        <p:grpSpPr bwMode="auto">
          <a:xfrm>
            <a:off x="0" y="0"/>
            <a:ext cx="4965700" cy="6858000"/>
            <a:chOff x="0" y="0"/>
            <a:chExt cx="4965700" cy="6858000"/>
          </a:xfrm>
        </p:grpSpPr>
        <p:pic>
          <p:nvPicPr>
            <p:cNvPr id="113682"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3683"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59610" y="1500505"/>
              <a:ext cx="451485"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测试实施</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sp>
        <p:nvSpPr>
          <p:cNvPr id="41" name="Oval 6"/>
          <p:cNvSpPr>
            <a:spLocks noChangeArrowheads="1"/>
          </p:cNvSpPr>
          <p:nvPr/>
        </p:nvSpPr>
        <p:spPr bwMode="auto">
          <a:xfrm>
            <a:off x="2567940" y="1708468"/>
            <a:ext cx="3767138" cy="3770312"/>
          </a:xfrm>
          <a:prstGeom prst="ellipse">
            <a:avLst/>
          </a:prstGeom>
          <a:noFill/>
          <a:ln w="9" cmpd="sng">
            <a:solidFill>
              <a:schemeClr val="tx1">
                <a:lumMod val="75000"/>
                <a:lumOff val="25000"/>
              </a:schemeClr>
            </a:solidFill>
            <a:prstDash val="dash"/>
            <a:rou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48" name="Oval 7"/>
          <p:cNvSpPr>
            <a:spLocks noChangeArrowheads="1"/>
          </p:cNvSpPr>
          <p:nvPr/>
        </p:nvSpPr>
        <p:spPr bwMode="auto">
          <a:xfrm>
            <a:off x="2567940" y="1925320"/>
            <a:ext cx="3338513" cy="3336925"/>
          </a:xfrm>
          <a:prstGeom prst="ellipse">
            <a:avLst/>
          </a:prstGeom>
          <a:solidFill>
            <a:schemeClr val="tx1">
              <a:lumMod val="75000"/>
              <a:lumOff val="25000"/>
            </a:schemeClr>
          </a:solid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49" name="Oval 8"/>
          <p:cNvSpPr>
            <a:spLocks noChangeArrowheads="1"/>
          </p:cNvSpPr>
          <p:nvPr/>
        </p:nvSpPr>
        <p:spPr bwMode="auto">
          <a:xfrm>
            <a:off x="2567940" y="2152968"/>
            <a:ext cx="2881313" cy="2881312"/>
          </a:xfrm>
          <a:prstGeom prst="ellipse">
            <a:avLst/>
          </a:prstGeom>
          <a:blipFill dpi="0" rotWithShape="1">
            <a:blip r:embed="rId2" cstate="screen"/>
            <a:srcRect/>
            <a:stretch>
              <a:fillRect/>
            </a:stretch>
          </a:blipFill>
          <a:ln>
            <a:noFill/>
          </a:ln>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defTabSz="91249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91249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91249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91249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endParaRPr lang="zh-CN" altLang="en-US">
              <a:latin typeface="Arial" panose="020B0604020202020204" pitchFamily="34" charset="0"/>
            </a:endParaRPr>
          </a:p>
        </p:txBody>
      </p:sp>
      <p:sp>
        <p:nvSpPr>
          <p:cNvPr id="2" name="文本框 1"/>
          <p:cNvSpPr txBox="1"/>
          <p:nvPr/>
        </p:nvSpPr>
        <p:spPr>
          <a:xfrm>
            <a:off x="6722110" y="1855470"/>
            <a:ext cx="4314190" cy="4154170"/>
          </a:xfrm>
          <a:prstGeom prst="rect">
            <a:avLst/>
          </a:prstGeom>
          <a:noFill/>
        </p:spPr>
        <p:txBody>
          <a:bodyPr wrap="square" rtlCol="0">
            <a:spAutoFit/>
          </a:bodyPr>
          <a:p>
            <a:r>
              <a:rPr lang="zh-CN" altLang="en-US" sz="2400"/>
              <a:t>是将一个个测试用例用编程语言实现出来并运行通过。</a:t>
            </a:r>
            <a:endParaRPr lang="zh-CN" altLang="en-US" sz="2400"/>
          </a:p>
          <a:p>
            <a:r>
              <a:rPr lang="zh-CN" altLang="en-US" sz="2400"/>
              <a:t>在测试实现的过程中可能会发现测试设计不够完善，或者是因为需求的变更而导致需要增加新的测试用例。不管是因为什么原因，在实现测试的过程中，一旦发现有可以完善的地方就应该立刻记录下来，这样可以更有效地保证测试的完备性</a:t>
            </a:r>
            <a:endParaRPr lang="zh-CN" altLang="en-US" sz="2400"/>
          </a:p>
        </p:txBody>
      </p:sp>
    </p:spTree>
    <p:custDataLst>
      <p:tags r:id="rId3"/>
    </p:custDataLst>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p:cTn id="7" dur="500" fill="hold"/>
                                        <p:tgtEl>
                                          <p:spTgt spid="49"/>
                                        </p:tgtEl>
                                        <p:attrNameLst>
                                          <p:attrName>ppt_w</p:attrName>
                                        </p:attrNameLst>
                                      </p:cBhvr>
                                      <p:tavLst>
                                        <p:tav tm="0">
                                          <p:val>
                                            <p:fltVal val="0"/>
                                          </p:val>
                                        </p:tav>
                                        <p:tav tm="100000">
                                          <p:val>
                                            <p:strVal val="#ppt_w"/>
                                          </p:val>
                                        </p:tav>
                                      </p:tavLst>
                                    </p:anim>
                                    <p:anim calcmode="lin" valueType="num">
                                      <p:cBhvr>
                                        <p:cTn id="8" dur="500" fill="hold"/>
                                        <p:tgtEl>
                                          <p:spTgt spid="49"/>
                                        </p:tgtEl>
                                        <p:attrNameLst>
                                          <p:attrName>ppt_h</p:attrName>
                                        </p:attrNameLst>
                                      </p:cBhvr>
                                      <p:tavLst>
                                        <p:tav tm="0">
                                          <p:val>
                                            <p:fltVal val="0"/>
                                          </p:val>
                                        </p:tav>
                                        <p:tav tm="100000">
                                          <p:val>
                                            <p:strVal val="#ppt_h"/>
                                          </p:val>
                                        </p:tav>
                                      </p:tavLst>
                                    </p:anim>
                                    <p:animEffect transition="in" filter="fade">
                                      <p:cBhvr>
                                        <p:cTn id="9" dur="500"/>
                                        <p:tgtEl>
                                          <p:spTgt spid="49"/>
                                        </p:tgtEl>
                                      </p:cBhvr>
                                    </p:animEffect>
                                  </p:childTnLst>
                                </p:cTn>
                              </p:par>
                              <p:par>
                                <p:cTn id="10" presetID="21" presetClass="entr" presetSubtype="1" fill="hold" grpId="0" nodeType="with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wheel(1)">
                                      <p:cBhvr>
                                        <p:cTn id="12" dur="1000"/>
                                        <p:tgtEl>
                                          <p:spTgt spid="48"/>
                                        </p:tgtEl>
                                      </p:cBhvr>
                                    </p:animEffect>
                                  </p:childTnLst>
                                </p:cTn>
                              </p:par>
                            </p:childTnLst>
                          </p:cTn>
                        </p:par>
                        <p:par>
                          <p:cTn id="13" fill="hold">
                            <p:stCondLst>
                              <p:cond delay="500"/>
                            </p:stCondLst>
                            <p:childTnLst>
                              <p:par>
                                <p:cTn id="14" presetID="21" presetClass="entr" presetSubtype="1" fill="hold" grpId="0" nodeType="after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heel(1)">
                                      <p:cBhvr>
                                        <p:cTn id="16" dur="2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autoUpdateAnimBg="0"/>
      <p:bldP spid="48" grpId="0" bldLvl="0" animBg="1" autoUpdateAnimBg="0"/>
      <p:bldP spid="49"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4690" name="组合 8"/>
          <p:cNvGrpSpPr/>
          <p:nvPr/>
        </p:nvGrpSpPr>
        <p:grpSpPr bwMode="auto">
          <a:xfrm>
            <a:off x="0" y="0"/>
            <a:ext cx="4965700" cy="6858000"/>
            <a:chOff x="0" y="0"/>
            <a:chExt cx="4965700" cy="6858000"/>
          </a:xfrm>
        </p:grpSpPr>
        <p:pic>
          <p:nvPicPr>
            <p:cNvPr id="114722"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4723"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lstStyle/>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81200" y="1597660"/>
              <a:ext cx="408940"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Arial" panose="020B0604020202020204" pitchFamily="34" charset="0"/>
                <a:buNone/>
                <a:defRPr/>
              </a:pPr>
              <a:r>
                <a:rPr lang="zh-CN" altLang="en-US" sz="2000" dirty="0">
                  <a:solidFill>
                    <a:schemeClr val="tx1">
                      <a:lumMod val="65000"/>
                      <a:lumOff val="35000"/>
                    </a:schemeClr>
                  </a:solidFill>
                  <a:latin typeface="宋体" panose="02010600030101010101" pitchFamily="2" charset="-122"/>
                </a:rPr>
                <a:t>测试报告</a:t>
              </a:r>
              <a:endParaRPr lang="zh-CN" altLang="en-US" sz="2000" dirty="0">
                <a:solidFill>
                  <a:schemeClr val="tx1">
                    <a:lumMod val="65000"/>
                    <a:lumOff val="35000"/>
                  </a:schemeClr>
                </a:solidFill>
                <a:latin typeface="宋体" panose="02010600030101010101" pitchFamily="2" charset="-122"/>
              </a:endParaRPr>
            </a:p>
          </p:txBody>
        </p:sp>
      </p:grpSp>
      <p:sp>
        <p:nvSpPr>
          <p:cNvPr id="62" name="TextBox 31"/>
          <p:cNvSpPr txBox="1">
            <a:spLocks noChangeArrowheads="1"/>
          </p:cNvSpPr>
          <p:nvPr/>
        </p:nvSpPr>
        <p:spPr bwMode="auto">
          <a:xfrm>
            <a:off x="6508750" y="4051300"/>
            <a:ext cx="11128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500" dirty="0">
                <a:solidFill>
                  <a:srgbClr val="F8F8F8"/>
                </a:solidFill>
                <a:latin typeface="微软雅黑" panose="020B0503020204020204" pitchFamily="34" charset="-122"/>
                <a:ea typeface="微软雅黑" panose="020B0503020204020204" pitchFamily="34" charset="-122"/>
              </a:rPr>
              <a:t>添加文本</a:t>
            </a:r>
            <a:endParaRPr lang="zh-CN" altLang="en-US" sz="1500" dirty="0">
              <a:solidFill>
                <a:srgbClr val="F8F8F8"/>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3903980" y="1991995"/>
            <a:ext cx="6376670" cy="2676525"/>
          </a:xfrm>
          <a:prstGeom prst="rect">
            <a:avLst/>
          </a:prstGeom>
          <a:noFill/>
        </p:spPr>
        <p:txBody>
          <a:bodyPr wrap="square" rtlCol="0">
            <a:spAutoFit/>
          </a:bodyPr>
          <a:p>
            <a:r>
              <a:rPr lang="zh-CN" altLang="en-US" sz="2400"/>
              <a:t>接口覆盖率是否达到要求</a:t>
            </a:r>
            <a:endParaRPr lang="zh-CN" altLang="en-US" sz="2400"/>
          </a:p>
          <a:p>
            <a:r>
              <a:rPr lang="zh-CN" altLang="en-US" sz="2400"/>
              <a:t>测试用例中对接口业务规则的验证是否完整</a:t>
            </a:r>
            <a:endParaRPr lang="zh-CN" altLang="en-US" sz="2400"/>
          </a:p>
          <a:p>
            <a:r>
              <a:rPr lang="zh-CN" altLang="en-US" sz="2400"/>
              <a:t>测试用例中是否覆盖接口之间的关联测试。</a:t>
            </a:r>
            <a:endParaRPr lang="zh-CN" altLang="en-US" sz="2400"/>
          </a:p>
          <a:p>
            <a:r>
              <a:rPr lang="zh-CN" altLang="en-US" sz="2400"/>
              <a:t>遗留的 bug 对系统的影响程度</a:t>
            </a:r>
            <a:endParaRPr lang="zh-CN" altLang="en-US" sz="2400"/>
          </a:p>
          <a:p>
            <a:r>
              <a:rPr lang="zh-CN" altLang="en-US" sz="2400"/>
              <a:t>测试用例与测试代码是否一致。</a:t>
            </a:r>
            <a:endParaRPr lang="zh-CN" altLang="en-US" sz="2400"/>
          </a:p>
          <a:p>
            <a:r>
              <a:rPr lang="zh-CN" altLang="en-US" sz="2400"/>
              <a:t>测试用例是否可持续回归。</a:t>
            </a:r>
            <a:endParaRPr lang="zh-CN" altLang="en-US" sz="2400"/>
          </a:p>
          <a:p>
            <a:endParaRPr lang="zh-CN" altLang="en-US" sz="2400"/>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anim calcmode="lin" valueType="num">
                                      <p:cBhvr>
                                        <p:cTn id="8" dur="500" fill="hold"/>
                                        <p:tgtEl>
                                          <p:spTgt spid="62"/>
                                        </p:tgtEl>
                                        <p:attrNameLst>
                                          <p:attrName>ppt_x</p:attrName>
                                        </p:attrNameLst>
                                      </p:cBhvr>
                                      <p:tavLst>
                                        <p:tav tm="0">
                                          <p:val>
                                            <p:strVal val="#ppt_x"/>
                                          </p:val>
                                        </p:tav>
                                        <p:tav tm="100000">
                                          <p:val>
                                            <p:strVal val="#ppt_x"/>
                                          </p:val>
                                        </p:tav>
                                      </p:tavLst>
                                    </p:anim>
                                    <p:anim calcmode="lin" valueType="num">
                                      <p:cBhvr>
                                        <p:cTn id="9" dur="5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文本框 5"/>
          <p:cNvSpPr txBox="1">
            <a:spLocks noChangeArrowheads="1"/>
          </p:cNvSpPr>
          <p:nvPr/>
        </p:nvSpPr>
        <p:spPr bwMode="auto">
          <a:xfrm>
            <a:off x="6148547" y="3832225"/>
            <a:ext cx="16840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marL="22847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7419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1991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656330" indent="1905" defTabSz="912495"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defRPr/>
            </a:pPr>
            <a:r>
              <a:rPr lang="en-US" altLang="zh-CN" sz="2400" dirty="0">
                <a:solidFill>
                  <a:schemeClr val="tx1">
                    <a:lumMod val="65000"/>
                    <a:lumOff val="35000"/>
                  </a:schemeClr>
                </a:solidFill>
                <a:latin typeface="BrowalliaUPC" panose="020B0604020202020204" pitchFamily="34" charset="-34"/>
                <a:cs typeface="BrowalliaUPC" panose="020B0604020202020204" pitchFamily="34" charset="-34"/>
              </a:rPr>
              <a:t>Thank you </a:t>
            </a:r>
            <a:endParaRPr lang="zh-CN" altLang="en-US" sz="2400" dirty="0">
              <a:solidFill>
                <a:schemeClr val="tx1">
                  <a:lumMod val="65000"/>
                  <a:lumOff val="35000"/>
                </a:schemeClr>
              </a:solidFill>
              <a:latin typeface="BrowalliaUPC" panose="020B0604020202020204" pitchFamily="34" charset="-34"/>
              <a:ea typeface="方正兰亭超细黑简体" panose="02000000000000000000" pitchFamily="2" charset="-122"/>
              <a:cs typeface="BrowalliaUPC" panose="020B0604020202020204" pitchFamily="34" charset="-34"/>
            </a:endParaRPr>
          </a:p>
        </p:txBody>
      </p:sp>
      <p:sp>
        <p:nvSpPr>
          <p:cNvPr id="93187" name="文本框 6"/>
          <p:cNvSpPr txBox="1">
            <a:spLocks noChangeArrowheads="1"/>
          </p:cNvSpPr>
          <p:nvPr/>
        </p:nvSpPr>
        <p:spPr bwMode="auto">
          <a:xfrm>
            <a:off x="6243638" y="2879725"/>
            <a:ext cx="130048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buFont typeface="Arial" panose="020B0604020202020204" pitchFamily="34" charset="0"/>
              <a:buNone/>
              <a:defRPr/>
            </a:pPr>
            <a:r>
              <a:rPr lang="zh-CN" altLang="en-US" sz="4400" dirty="0">
                <a:solidFill>
                  <a:schemeClr val="tx1">
                    <a:lumMod val="65000"/>
                    <a:lumOff val="35000"/>
                  </a:schemeClr>
                </a:solidFill>
                <a:latin typeface="幼圆" panose="02010509060101010101" pitchFamily="49" charset="-122"/>
                <a:ea typeface="幼圆" panose="02010509060101010101" pitchFamily="49" charset="-122"/>
              </a:rPr>
              <a:t>谢谢</a:t>
            </a:r>
            <a:endParaRPr lang="zh-CN" altLang="en-US" sz="4400" dirty="0">
              <a:solidFill>
                <a:schemeClr val="tx1">
                  <a:lumMod val="65000"/>
                  <a:lumOff val="35000"/>
                </a:schemeClr>
              </a:solidFill>
              <a:latin typeface="幼圆" panose="02010509060101010101" pitchFamily="49" charset="-122"/>
              <a:ea typeface="幼圆" panose="02010509060101010101" pitchFamily="49" charset="-122"/>
            </a:endParaRPr>
          </a:p>
        </p:txBody>
      </p:sp>
      <p:cxnSp>
        <p:nvCxnSpPr>
          <p:cNvPr id="121860" name="直接连接符 6"/>
          <p:cNvCxnSpPr/>
          <p:nvPr/>
        </p:nvCxnSpPr>
        <p:spPr bwMode="auto">
          <a:xfrm>
            <a:off x="4227195" y="3816985"/>
            <a:ext cx="5527040" cy="15240"/>
          </a:xfrm>
          <a:prstGeom prst="line">
            <a:avLst/>
          </a:prstGeom>
          <a:noFill/>
          <a:ln w="9525" algn="ctr">
            <a:solidFill>
              <a:schemeClr val="tx1"/>
            </a:solidFill>
            <a:round/>
          </a:ln>
          <a:extLst>
            <a:ext uri="{909E8E84-426E-40DD-AFC4-6F175D3DCCD1}">
              <a14:hiddenFill xmlns:a14="http://schemas.microsoft.com/office/drawing/2010/main">
                <a:noFill/>
              </a14:hiddenFill>
            </a:ext>
          </a:extLst>
        </p:spPr>
      </p:cxnSp>
      <p:pic>
        <p:nvPicPr>
          <p:cNvPr id="121861" name="图片 2"/>
          <p:cNvPicPr>
            <a:picLocks noChangeAspect="1"/>
          </p:cNvPicPr>
          <p:nvPr/>
        </p:nvPicPr>
        <p:blipFill>
          <a:blip r:embed="rId1" cstate="screen"/>
          <a:srcRect/>
          <a:stretch>
            <a:fillRect/>
          </a:stretch>
        </p:blipFill>
        <p:spPr bwMode="auto">
          <a:xfrm>
            <a:off x="-43180" y="892493"/>
            <a:ext cx="5878513" cy="587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566795" y="1725930"/>
            <a:ext cx="7047230" cy="398780"/>
          </a:xfrm>
          <a:prstGeom prst="rect">
            <a:avLst/>
          </a:prstGeom>
          <a:noFill/>
        </p:spPr>
        <p:txBody>
          <a:bodyPr wrap="square" rtlCol="0">
            <a:spAutoFit/>
          </a:bodyPr>
          <a:p>
            <a:endParaRPr lang="zh-CN" altLang="en-US" sz="2000"/>
          </a:p>
        </p:txBody>
      </p:sp>
      <p:grpSp>
        <p:nvGrpSpPr>
          <p:cNvPr id="112642" name="组合 8"/>
          <p:cNvGrpSpPr/>
          <p:nvPr/>
        </p:nvGrpSpPr>
        <p:grpSpPr bwMode="auto">
          <a:xfrm>
            <a:off x="0" y="0"/>
            <a:ext cx="4965700" cy="6858000"/>
            <a:chOff x="0" y="0"/>
            <a:chExt cx="4965700" cy="6858000"/>
          </a:xfrm>
        </p:grpSpPr>
        <p:pic>
          <p:nvPicPr>
            <p:cNvPr id="112663" name="图片 7"/>
            <p:cNvPicPr>
              <a:picLocks noChangeAspect="1"/>
            </p:cNvPicPr>
            <p:nvPr/>
          </p:nvPicPr>
          <p:blipFill>
            <a:blip r:embed="rId1" cstate="screen"/>
            <a:srcRect l="25368" b="7591"/>
            <a:stretch>
              <a:fillRect/>
            </a:stretch>
          </p:blipFill>
          <p:spPr bwMode="auto">
            <a:xfrm>
              <a:off x="0" y="709612"/>
              <a:ext cx="4965700" cy="614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664" name="组合 1"/>
            <p:cNvGrpSpPr/>
            <p:nvPr/>
          </p:nvGrpSpPr>
          <p:grpSpPr bwMode="auto">
            <a:xfrm>
              <a:off x="2144315" y="0"/>
              <a:ext cx="81439" cy="6858000"/>
              <a:chOff x="2144315" y="0"/>
              <a:chExt cx="81439" cy="6858000"/>
            </a:xfrm>
          </p:grpSpPr>
          <p:sp>
            <p:nvSpPr>
              <p:cNvPr id="3" name="椭圆 2"/>
              <p:cNvSpPr/>
              <p:nvPr/>
            </p:nvSpPr>
            <p:spPr bwMode="auto">
              <a:xfrm>
                <a:off x="2144713" y="1419225"/>
                <a:ext cx="80962" cy="80963"/>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p>
                <a:pPr defTabSz="912495">
                  <a:buFont typeface="Arial" panose="020B0604020202020204" pitchFamily="34" charset="0"/>
                  <a:buNone/>
                  <a:defRPr/>
                </a:pPr>
                <a:endParaRPr lang="zh-CN" altLang="en-US"/>
              </a:p>
            </p:txBody>
          </p:sp>
          <p:cxnSp>
            <p:nvCxnSpPr>
              <p:cNvPr id="4" name="直接连接符 3"/>
              <p:cNvCxnSpPr/>
              <p:nvPr/>
            </p:nvCxnSpPr>
            <p:spPr bwMode="auto">
              <a:xfrm>
                <a:off x="2184400" y="0"/>
                <a:ext cx="0" cy="14192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cxnSp>
            <p:nvCxnSpPr>
              <p:cNvPr id="5" name="直接连接符 4"/>
              <p:cNvCxnSpPr/>
              <p:nvPr/>
            </p:nvCxnSpPr>
            <p:spPr bwMode="auto">
              <a:xfrm>
                <a:off x="2184400" y="3000375"/>
                <a:ext cx="0" cy="3857625"/>
              </a:xfrm>
              <a:prstGeom prst="line">
                <a:avLst/>
              </a:prstGeom>
              <a:solidFill>
                <a:schemeClr val="accent1"/>
              </a:solidFill>
              <a:ln w="9525" cap="flat" cmpd="sng" algn="ctr">
                <a:solidFill>
                  <a:schemeClr val="tx1">
                    <a:lumMod val="65000"/>
                    <a:lumOff val="35000"/>
                  </a:schemeClr>
                </a:solidFill>
                <a:prstDash val="solid"/>
                <a:round/>
                <a:headEnd type="none" w="med" len="med"/>
                <a:tailEnd type="none" w="med" len="med"/>
              </a:ln>
            </p:spPr>
          </p:cxnSp>
          <p:sp>
            <p:nvSpPr>
              <p:cNvPr id="6" name="椭圆 5"/>
              <p:cNvSpPr/>
              <p:nvPr/>
            </p:nvSpPr>
            <p:spPr bwMode="auto">
              <a:xfrm>
                <a:off x="2144713" y="2919413"/>
                <a:ext cx="80962" cy="82550"/>
              </a:xfrm>
              <a:prstGeom prst="ellipse">
                <a:avLst/>
              </a:prstGeom>
              <a:solidFill>
                <a:schemeClr val="tx1">
                  <a:lumMod val="65000"/>
                  <a:lumOff val="35000"/>
                </a:schemeClr>
              </a:solidFill>
              <a:ln w="9525" cap="flat" cmpd="sng" algn="ctr">
                <a:solidFill>
                  <a:schemeClr val="tx1">
                    <a:lumMod val="65000"/>
                    <a:lumOff val="35000"/>
                  </a:schemeClr>
                </a:solidFill>
                <a:prstDash val="solid"/>
                <a:round/>
                <a:headEnd type="none" w="med" len="med"/>
                <a:tailEnd type="none" w="med" len="med"/>
              </a:ln>
            </p:spPr>
            <p:txBody>
              <a:bodyPr/>
              <a:p>
                <a:pPr defTabSz="912495">
                  <a:buFont typeface="Arial" panose="020B0604020202020204" pitchFamily="34" charset="0"/>
                  <a:buNone/>
                  <a:defRPr/>
                </a:pPr>
                <a:endParaRPr lang="zh-CN" altLang="en-US"/>
              </a:p>
            </p:txBody>
          </p:sp>
        </p:grpSp>
        <p:sp>
          <p:nvSpPr>
            <p:cNvPr id="7" name="文本框 6"/>
            <p:cNvSpPr txBox="1">
              <a:spLocks noChangeArrowheads="1"/>
            </p:cNvSpPr>
            <p:nvPr/>
          </p:nvSpPr>
          <p:spPr bwMode="auto">
            <a:xfrm>
              <a:off x="1950720" y="1504315"/>
              <a:ext cx="466725" cy="1322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p>
              <a:pPr eaLnBrk="1" hangingPunct="1">
                <a:buFont typeface="Arial" panose="020B0604020202020204" pitchFamily="34" charset="0"/>
                <a:buNone/>
                <a:defRPr/>
              </a:pPr>
              <a:r>
                <a:rPr lang="zh-CN" altLang="en-US" sz="2000" dirty="0">
                  <a:solidFill>
                    <a:schemeClr val="tx1">
                      <a:lumMod val="65000"/>
                      <a:lumOff val="35000"/>
                    </a:schemeClr>
                  </a:solidFill>
                  <a:latin typeface="幼圆" panose="02010509060101010101" pitchFamily="49" charset="-122"/>
                  <a:ea typeface="幼圆" panose="02010509060101010101" pitchFamily="49" charset="-122"/>
                </a:rPr>
                <a:t>测试用例</a:t>
              </a:r>
              <a:endParaRPr lang="zh-CN" altLang="en-US" sz="2000" dirty="0">
                <a:solidFill>
                  <a:schemeClr val="tx1">
                    <a:lumMod val="65000"/>
                    <a:lumOff val="35000"/>
                  </a:schemeClr>
                </a:solidFill>
                <a:latin typeface="幼圆" panose="02010509060101010101" pitchFamily="49" charset="-122"/>
                <a:ea typeface="幼圆" panose="020105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000">
        <p:strips dir="rd"/>
      </p:transition>
    </mc:Choice>
    <mc:Fallback>
      <p:transition spd="slow">
        <p:strips dir="rd"/>
      </p:transition>
    </mc:Fallback>
  </mc:AlternateContent>
</p:sld>
</file>

<file path=ppt/tags/tag1.xml><?xml version="1.0" encoding="utf-8"?>
<p:tagLst xmlns:p="http://schemas.openxmlformats.org/presentationml/2006/main">
  <p:tag name="TIMING" val="|0.9|1.7|0.6|0.6|0.6|0.6|0.6|0.2|0.1|0.1|0.2|0.2|0.4|0.3|0.2|0.3|0.4|0.6"/>
</p:tagLst>
</file>

<file path=ppt/tags/tag2.xml><?xml version="1.0" encoding="utf-8"?>
<p:tagLst xmlns:p="http://schemas.openxmlformats.org/presentationml/2006/main">
  <p:tag name="TIMING" val="|0.8"/>
</p:tagLst>
</file>

<file path=ppt/tags/tag3.xml><?xml version="1.0" encoding="utf-8"?>
<p:tagLst xmlns:p="http://schemas.openxmlformats.org/presentationml/2006/main">
  <p:tag name="KSO_WM_DOC_GUID" val="{781a176c-75cf-4b12-b6f7-0cb2ad3f30ee}"/>
</p:tagLst>
</file>

<file path=ppt/theme/theme1.xml><?xml version="1.0" encoding="utf-8"?>
<a:theme xmlns:a="http://schemas.openxmlformats.org/drawingml/2006/main" name="第一PPT，www.1ppt.com">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2495"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2495" rtl="0" eaLnBrk="0" fontAlgn="base" latinLnBrk="0" hangingPunct="0">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1433</Words>
  <Application>WPS 演示</Application>
  <PresentationFormat>自定义</PresentationFormat>
  <Paragraphs>131</Paragraphs>
  <Slides>20</Slides>
  <Notes>5</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20</vt:i4>
      </vt:variant>
    </vt:vector>
  </HeadingPairs>
  <TitlesOfParts>
    <vt:vector size="35" baseType="lpstr">
      <vt:lpstr>Arial</vt:lpstr>
      <vt:lpstr>宋体</vt:lpstr>
      <vt:lpstr>Wingdings</vt:lpstr>
      <vt:lpstr>Calibri</vt:lpstr>
      <vt:lpstr>Calibri</vt:lpstr>
      <vt:lpstr>Calibri Light</vt:lpstr>
      <vt:lpstr>方正兰亭超细黑简体</vt:lpstr>
      <vt:lpstr>幼圆</vt:lpstr>
      <vt:lpstr>黑体</vt:lpstr>
      <vt:lpstr>微软雅黑</vt:lpstr>
      <vt:lpstr>方正兰亭黑_GBK</vt:lpstr>
      <vt:lpstr>Arial Unicode MS</vt:lpstr>
      <vt:lpstr>BrowalliaUPC</vt:lpstr>
      <vt:lpstr>Microsoft Sans Serif</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http://www.ypppt.com/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黑色简洁蒲公英</dc:title>
  <dc:creator>第一PPT</dc:creator>
  <cp:keywords>www.1ppt.com</cp:keywords>
  <dc:description>www.1ppt.com</dc:description>
  <cp:lastModifiedBy>第五繁星</cp:lastModifiedBy>
  <cp:revision>111</cp:revision>
  <dcterms:created xsi:type="dcterms:W3CDTF">2014-12-22T08:14:00Z</dcterms:created>
  <dcterms:modified xsi:type="dcterms:W3CDTF">2019-03-18T07:24:04Z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2052-11.1.0.8527</vt:lpwstr>
  </property>
  <property fmtid="{D5CDD505-2E9C-101B-9397-08002B2CF9AE}" pid="3" name="name">
    <vt:lpwstr>zPEg8nTYF159641.ppt</vt:lpwstr>
  </property>
  <property fmtid="{D5CDD505-2E9C-101B-9397-08002B2CF9AE}" pid="4" name="fileid">
    <vt:lpwstr>523738</vt:lpwstr>
  </property>
</Properties>
</file>
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321" r:id="rId2"/>
    <p:sldId id="322" r:id="rId3"/>
    <p:sldId id="323" r:id="rId4"/>
    <p:sldId id="324" r:id="rId5"/>
    <p:sldId id="325" r:id="rId6"/>
    <p:sldId id="326" r:id="rId7"/>
    <p:sldId id="331" r:id="rId8"/>
    <p:sldId id="332" r:id="rId9"/>
    <p:sldId id="327" r:id="rId10"/>
    <p:sldId id="328" r:id="rId11"/>
    <p:sldId id="334" r:id="rId12"/>
    <p:sldId id="329" r:id="rId13"/>
    <p:sldId id="333" r:id="rId14"/>
    <p:sldId id="335" r:id="rId15"/>
    <p:sldId id="336" r:id="rId16"/>
    <p:sldId id="340" r:id="rId1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018" autoAdjust="0"/>
  </p:normalViewPr>
  <p:slideViewPr>
    <p:cSldViewPr>
      <p:cViewPr varScale="1">
        <p:scale>
          <a:sx n="93" d="100"/>
          <a:sy n="93" d="100"/>
        </p:scale>
        <p:origin x="-148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2E97E-C7DF-44DD-9C05-3701349C3EDC}" type="datetimeFigureOut">
              <a:rPr lang="zh-CN" altLang="en-US" smtClean="0"/>
              <a:pPr/>
              <a:t>16/10/31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9ECA6-B362-41E9-A86D-E29A7E59E29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258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F9ECA6-B362-41E9-A86D-E29A7E59E29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6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7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1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og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文本占位符 1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9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logo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8264" y="91480"/>
            <a:ext cx="2105025" cy="45720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0" y="548680"/>
            <a:ext cx="9144000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0" y="6525344"/>
            <a:ext cx="9144000" cy="33265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6516052"/>
            <a:ext cx="7992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北京顶测科技有限公司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@</a:t>
            </a:r>
            <a:r>
              <a:rPr kumimoji="0" lang="zh-CN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版权所有  仿冒必究    全国免费咨询：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400-888-3682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20472" y="6525344"/>
            <a:ext cx="323528" cy="33265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"/>
          </p:nvPr>
        </p:nvSpPr>
        <p:spPr>
          <a:xfrm>
            <a:off x="467544" y="2204864"/>
            <a:ext cx="8229600" cy="4248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3" name="标题占位符 12"/>
          <p:cNvSpPr>
            <a:spLocks noGrp="1"/>
          </p:cNvSpPr>
          <p:nvPr>
            <p:ph type="title"/>
          </p:nvPr>
        </p:nvSpPr>
        <p:spPr>
          <a:xfrm>
            <a:off x="467544" y="836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Linux</a:t>
            </a:r>
            <a:r>
              <a:rPr lang="zh-CN" altLang="en-US" dirty="0" smtClean="0"/>
              <a:t>中每个文件、目录都有权限控制</a:t>
            </a:r>
            <a:endParaRPr lang="en-US" altLang="zh-CN" dirty="0" smtClean="0"/>
          </a:p>
          <a:p>
            <a:r>
              <a:rPr lang="zh-CN" altLang="en-US" dirty="0" smtClean="0"/>
              <a:t>权限是针对用户、同组用户、其他用户而言的</a:t>
            </a:r>
            <a:endParaRPr lang="en-US" altLang="zh-CN" dirty="0" smtClean="0"/>
          </a:p>
          <a:p>
            <a:r>
              <a:rPr lang="zh-CN" altLang="en-US" dirty="0" smtClean="0"/>
              <a:t>权限分为可读、可写、可执行三种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含义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ea typeface="宋体" charset="-122"/>
              </a:rPr>
              <a:t>对文件：</a:t>
            </a:r>
            <a:endParaRPr lang="en-US" altLang="zh-CN" dirty="0" smtClean="0">
              <a:ea typeface="宋体" charset="-122"/>
            </a:endParaRPr>
          </a:p>
          <a:p>
            <a:pPr lvl="1"/>
            <a:r>
              <a:rPr lang="zh-CN" altLang="en-US" dirty="0" smtClean="0">
                <a:ea typeface="宋体" charset="-122"/>
              </a:rPr>
              <a:t>可读</a:t>
            </a:r>
            <a:r>
              <a:rPr lang="en-US" altLang="zh-CN" dirty="0" smtClean="0">
                <a:ea typeface="宋体" charset="-122"/>
              </a:rPr>
              <a:t>--</a:t>
            </a:r>
            <a:r>
              <a:rPr lang="zh-CN" altLang="en-US" dirty="0" smtClean="0">
                <a:ea typeface="宋体" charset="-122"/>
              </a:rPr>
              <a:t>允许读其内容；</a:t>
            </a:r>
            <a:endParaRPr lang="en-US" altLang="zh-CN" dirty="0" smtClean="0">
              <a:ea typeface="宋体" charset="-122"/>
            </a:endParaRPr>
          </a:p>
          <a:p>
            <a:pPr lvl="1"/>
            <a:r>
              <a:rPr lang="zh-CN" altLang="en-US" dirty="0" smtClean="0">
                <a:ea typeface="宋体" charset="-122"/>
              </a:rPr>
              <a:t>可写</a:t>
            </a:r>
            <a:r>
              <a:rPr lang="en-US" altLang="zh-CN" dirty="0" smtClean="0">
                <a:ea typeface="宋体" charset="-122"/>
              </a:rPr>
              <a:t>--</a:t>
            </a:r>
            <a:r>
              <a:rPr lang="zh-CN" altLang="en-US" dirty="0" smtClean="0">
                <a:ea typeface="宋体" charset="-122"/>
              </a:rPr>
              <a:t>可以编辑文件内容；</a:t>
            </a:r>
            <a:endParaRPr lang="en-US" altLang="zh-CN" dirty="0" smtClean="0">
              <a:ea typeface="宋体" charset="-122"/>
            </a:endParaRPr>
          </a:p>
          <a:p>
            <a:pPr lvl="1"/>
            <a:r>
              <a:rPr lang="zh-CN" altLang="en-US" dirty="0" smtClean="0">
                <a:ea typeface="宋体" charset="-122"/>
              </a:rPr>
              <a:t>可执行</a:t>
            </a:r>
            <a:r>
              <a:rPr lang="en-US" altLang="zh-CN" dirty="0" smtClean="0">
                <a:ea typeface="宋体" charset="-122"/>
              </a:rPr>
              <a:t>--</a:t>
            </a:r>
            <a:r>
              <a:rPr lang="zh-CN" altLang="en-US" dirty="0" smtClean="0">
                <a:ea typeface="宋体" charset="-122"/>
              </a:rPr>
              <a:t>允许将该文件作为一个程序执行。</a:t>
            </a:r>
            <a:endParaRPr lang="en-US" altLang="zh-CN" dirty="0" smtClean="0">
              <a:ea typeface="宋体" charset="-122"/>
            </a:endParaRPr>
          </a:p>
          <a:p>
            <a:r>
              <a:rPr lang="zh-CN" altLang="en-US" dirty="0" smtClean="0">
                <a:ea typeface="宋体" charset="-122"/>
              </a:rPr>
              <a:t>对目录：</a:t>
            </a:r>
            <a:endParaRPr lang="en-US" altLang="zh-CN" dirty="0" smtClean="0">
              <a:ea typeface="宋体" charset="-122"/>
            </a:endParaRPr>
          </a:p>
          <a:p>
            <a:pPr lvl="1"/>
            <a:r>
              <a:rPr lang="zh-CN" altLang="en-US" dirty="0" smtClean="0">
                <a:ea typeface="宋体" charset="-122"/>
              </a:rPr>
              <a:t>可读</a:t>
            </a:r>
            <a:r>
              <a:rPr lang="en-US" altLang="zh-CN" dirty="0" smtClean="0">
                <a:ea typeface="宋体" charset="-122"/>
              </a:rPr>
              <a:t>--</a:t>
            </a:r>
            <a:r>
              <a:rPr lang="zh-CN" altLang="en-US" dirty="0" smtClean="0">
                <a:ea typeface="宋体" charset="-122"/>
              </a:rPr>
              <a:t>可列出目录的文件列表；</a:t>
            </a:r>
            <a:endParaRPr lang="en-US" altLang="zh-CN" dirty="0" smtClean="0">
              <a:ea typeface="宋体" charset="-122"/>
            </a:endParaRPr>
          </a:p>
          <a:p>
            <a:pPr lvl="1"/>
            <a:r>
              <a:rPr lang="zh-CN" altLang="en-US" dirty="0" smtClean="0">
                <a:ea typeface="宋体" charset="-122"/>
              </a:rPr>
              <a:t>可写</a:t>
            </a:r>
            <a:r>
              <a:rPr lang="en-US" altLang="zh-CN" dirty="0" smtClean="0">
                <a:ea typeface="宋体" charset="-122"/>
              </a:rPr>
              <a:t>--</a:t>
            </a:r>
            <a:r>
              <a:rPr lang="zh-CN" altLang="en-US" dirty="0" smtClean="0">
                <a:ea typeface="宋体" charset="-122"/>
              </a:rPr>
              <a:t>可以在该目录中创建或删除文件；</a:t>
            </a:r>
            <a:endParaRPr lang="en-US" altLang="zh-CN" dirty="0" smtClean="0">
              <a:ea typeface="宋体" charset="-122"/>
            </a:endParaRPr>
          </a:p>
          <a:p>
            <a:pPr lvl="1"/>
            <a:r>
              <a:rPr lang="zh-CN" altLang="en-US" dirty="0" smtClean="0">
                <a:ea typeface="宋体" charset="-122"/>
              </a:rPr>
              <a:t>可执行</a:t>
            </a:r>
            <a:r>
              <a:rPr lang="en-US" altLang="zh-CN" dirty="0" smtClean="0">
                <a:ea typeface="宋体" charset="-122"/>
              </a:rPr>
              <a:t>--</a:t>
            </a:r>
            <a:r>
              <a:rPr lang="zh-CN" altLang="en-US" dirty="0" smtClean="0">
                <a:ea typeface="宋体" charset="-122"/>
              </a:rPr>
              <a:t>可以使用</a:t>
            </a:r>
            <a:r>
              <a:rPr lang="en-US" altLang="zh-CN" dirty="0" err="1" smtClean="0">
                <a:ea typeface="宋体" charset="-122"/>
              </a:rPr>
              <a:t>cd</a:t>
            </a:r>
            <a:r>
              <a:rPr lang="zh-CN" altLang="en-US" dirty="0" smtClean="0">
                <a:ea typeface="宋体" charset="-122"/>
              </a:rPr>
              <a:t>进入该目录。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含义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ls</a:t>
            </a:r>
            <a:r>
              <a:rPr lang="en-US" altLang="zh-CN" dirty="0" smtClean="0"/>
              <a:t> -l</a:t>
            </a:r>
            <a:r>
              <a:rPr lang="zh-CN" altLang="en-US" dirty="0" smtClean="0"/>
              <a:t>命令查看，第</a:t>
            </a:r>
            <a:r>
              <a:rPr lang="en-US" altLang="zh-CN" dirty="0" smtClean="0"/>
              <a:t>2~10</a:t>
            </a:r>
            <a:r>
              <a:rPr lang="zh-CN" altLang="en-US" dirty="0" smtClean="0"/>
              <a:t>列，共</a:t>
            </a:r>
            <a:r>
              <a:rPr lang="en-US" altLang="zh-CN" dirty="0" smtClean="0"/>
              <a:t>9</a:t>
            </a:r>
            <a:r>
              <a:rPr lang="zh-CN" altLang="en-US" dirty="0" smtClean="0"/>
              <a:t>列表示权限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权限查看</a:t>
            </a:r>
            <a:endParaRPr lang="zh-CN" altLang="en-US" dirty="0"/>
          </a:p>
        </p:txBody>
      </p:sp>
      <p:pic>
        <p:nvPicPr>
          <p:cNvPr id="4" name="Picture 2" descr="C:\Users\dehom\Desktop\图片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214686"/>
            <a:ext cx="7976467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chmod</a:t>
            </a:r>
            <a:endParaRPr lang="en-US" altLang="zh-CN" dirty="0" smtClean="0"/>
          </a:p>
          <a:p>
            <a:r>
              <a:rPr lang="en-US" altLang="zh-CN" dirty="0" err="1" smtClean="0"/>
              <a:t>chown</a:t>
            </a:r>
            <a:endParaRPr lang="en-US" altLang="zh-CN" dirty="0" smtClean="0"/>
          </a:p>
          <a:p>
            <a:r>
              <a:rPr lang="en-US" altLang="zh-CN" dirty="0" err="1" smtClean="0"/>
              <a:t>chgrp</a:t>
            </a:r>
            <a:endParaRPr lang="en-US" altLang="zh-CN" dirty="0" smtClean="0"/>
          </a:p>
          <a:p>
            <a:r>
              <a:rPr lang="en-US" altLang="zh-CN" dirty="0" err="1" smtClean="0"/>
              <a:t>umask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1938516"/>
          </a:xfrm>
        </p:spPr>
        <p:txBody>
          <a:bodyPr/>
          <a:lstStyle/>
          <a:p>
            <a:r>
              <a:rPr lang="zh-CN" altLang="en-US" dirty="0" smtClean="0"/>
              <a:t>功能：修改文件或目录的权限</a:t>
            </a:r>
            <a:endParaRPr lang="en-US" altLang="zh-CN" dirty="0" smtClean="0"/>
          </a:p>
          <a:p>
            <a:r>
              <a:rPr lang="zh-CN" altLang="en-US" dirty="0" smtClean="0"/>
              <a:t>语法：</a:t>
            </a:r>
            <a:r>
              <a:rPr lang="nn-NO" altLang="zh-CN" dirty="0" smtClean="0"/>
              <a:t> chmod [</a:t>
            </a:r>
            <a:r>
              <a:rPr lang="zh-CN" altLang="en-US" dirty="0" smtClean="0"/>
              <a:t>选项</a:t>
            </a:r>
            <a:r>
              <a:rPr lang="nn-NO" altLang="zh-CN" dirty="0" smtClean="0"/>
              <a:t>] [</a:t>
            </a:r>
            <a:r>
              <a:rPr lang="zh-CN" altLang="en-US" dirty="0" smtClean="0"/>
              <a:t>用户类型</a:t>
            </a:r>
            <a:r>
              <a:rPr lang="nn-NO" altLang="zh-CN" dirty="0" smtClean="0"/>
              <a:t>] [</a:t>
            </a:r>
            <a:r>
              <a:rPr lang="zh-CN" altLang="en-US" dirty="0" smtClean="0"/>
              <a:t>符号</a:t>
            </a:r>
            <a:r>
              <a:rPr lang="nn-NO" altLang="zh-CN" dirty="0" smtClean="0"/>
              <a:t>] [</a:t>
            </a:r>
            <a:r>
              <a:rPr lang="zh-CN" altLang="en-US" dirty="0" smtClean="0"/>
              <a:t>权限类型</a:t>
            </a:r>
            <a:r>
              <a:rPr lang="nn-NO" altLang="zh-CN" dirty="0" smtClean="0"/>
              <a:t>] [</a:t>
            </a:r>
            <a:r>
              <a:rPr lang="zh-CN" altLang="en-US" dirty="0" smtClean="0"/>
              <a:t>文件名</a:t>
            </a:r>
            <a:r>
              <a:rPr lang="nn-NO" altLang="zh-CN" dirty="0" smtClean="0"/>
              <a:t>]</a:t>
            </a: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chmod</a:t>
            </a:r>
            <a:endParaRPr lang="zh-CN" altLang="en-US" dirty="0"/>
          </a:p>
        </p:txBody>
      </p:sp>
      <p:pic>
        <p:nvPicPr>
          <p:cNvPr id="4" name="Picture 2" descr="C:\Users\dehom\Desktop\图片3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3857628"/>
            <a:ext cx="7278688" cy="2309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将</a:t>
            </a:r>
            <a:r>
              <a:rPr lang="en-US" altLang="zh-CN" dirty="0" smtClean="0"/>
              <a:t>a.txt</a:t>
            </a:r>
            <a:r>
              <a:rPr lang="zh-CN" altLang="en-US" dirty="0" smtClean="0"/>
              <a:t>文件对自己增加可执行权限，对同组用户增加可读权限，对其他人去掉所有权限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chmod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u+x,g+r,o-rwx</a:t>
            </a:r>
            <a:r>
              <a:rPr lang="en-US" altLang="zh-CN" dirty="0" smtClean="0">
                <a:solidFill>
                  <a:srgbClr val="FF0000"/>
                </a:solidFill>
              </a:rPr>
              <a:t> a.txt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将</a:t>
            </a:r>
            <a:r>
              <a:rPr lang="en-US" altLang="zh-CN" dirty="0" smtClean="0"/>
              <a:t>a.txt</a:t>
            </a:r>
            <a:r>
              <a:rPr lang="zh-CN" altLang="en-US" dirty="0" smtClean="0"/>
              <a:t>文件对自己设置可读可写可执行权限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chmod</a:t>
            </a:r>
            <a:r>
              <a:rPr lang="en-US" altLang="zh-CN" dirty="0" smtClean="0">
                <a:solidFill>
                  <a:srgbClr val="FF0000"/>
                </a:solidFill>
              </a:rPr>
              <a:t> u=</a:t>
            </a:r>
            <a:r>
              <a:rPr lang="en-US" altLang="zh-CN" dirty="0" err="1" smtClean="0">
                <a:solidFill>
                  <a:srgbClr val="FF0000"/>
                </a:solidFill>
              </a:rPr>
              <a:t>rwx</a:t>
            </a:r>
            <a:r>
              <a:rPr lang="en-US" altLang="zh-CN" dirty="0" smtClean="0">
                <a:solidFill>
                  <a:srgbClr val="FF0000"/>
                </a:solidFill>
              </a:rPr>
              <a:t> a.txt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：当和原来的权限有变化时给出提示</a:t>
            </a:r>
            <a:endParaRPr lang="en-US" altLang="zh-CN" dirty="0" smtClean="0"/>
          </a:p>
          <a:p>
            <a:r>
              <a:rPr lang="en-US" altLang="zh-CN" dirty="0" smtClean="0"/>
              <a:t>R</a:t>
            </a:r>
            <a:r>
              <a:rPr lang="zh-CN" altLang="en-US" dirty="0" smtClean="0"/>
              <a:t>：递归修改目录、子目录、子文件权限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chmod</a:t>
            </a:r>
            <a:r>
              <a:rPr lang="zh-CN" altLang="en-US" dirty="0" smtClean="0"/>
              <a:t>常见选项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2081392"/>
          </a:xfrm>
        </p:spPr>
        <p:txBody>
          <a:bodyPr/>
          <a:lstStyle/>
          <a:p>
            <a:r>
              <a:rPr lang="zh-CN" altLang="en-US" dirty="0" smtClean="0"/>
              <a:t>将目录</a:t>
            </a:r>
            <a:r>
              <a:rPr lang="en-US" altLang="zh-CN" dirty="0" err="1" smtClean="0"/>
              <a:t>abc</a:t>
            </a:r>
            <a:r>
              <a:rPr lang="zh-CN" altLang="en-US" dirty="0" smtClean="0"/>
              <a:t>以及该目录下的子目录、子文件都设置为对所有用户有可读可写可执行权限，且对权限有变化的给出提示。</a:t>
            </a:r>
            <a:endParaRPr lang="en-US" altLang="zh-CN" dirty="0" smtClean="0"/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chmod</a:t>
            </a:r>
            <a:r>
              <a:rPr lang="en-US" altLang="zh-CN" dirty="0" smtClean="0">
                <a:solidFill>
                  <a:srgbClr val="FF0000"/>
                </a:solidFill>
              </a:rPr>
              <a:t> -</a:t>
            </a:r>
            <a:r>
              <a:rPr lang="en-US" altLang="zh-CN" dirty="0" err="1" smtClean="0">
                <a:solidFill>
                  <a:srgbClr val="FF0000"/>
                </a:solidFill>
              </a:rPr>
              <a:t>cR</a:t>
            </a:r>
            <a:r>
              <a:rPr lang="en-US" altLang="zh-CN" dirty="0" smtClean="0">
                <a:solidFill>
                  <a:srgbClr val="FF0000"/>
                </a:solidFill>
              </a:rPr>
              <a:t> a=</a:t>
            </a:r>
            <a:r>
              <a:rPr lang="en-US" altLang="zh-CN" dirty="0" err="1" smtClean="0">
                <a:solidFill>
                  <a:srgbClr val="FF0000"/>
                </a:solidFill>
              </a:rPr>
              <a:t>rwx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abc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4357693"/>
            <a:ext cx="6429420" cy="2148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    w    x</a:t>
            </a:r>
          </a:p>
          <a:p>
            <a:r>
              <a:rPr lang="en-US" altLang="zh-CN" dirty="0" smtClean="0"/>
              <a:t>4    2     1</a:t>
            </a:r>
          </a:p>
          <a:p>
            <a:r>
              <a:rPr lang="zh-CN" altLang="en-US" dirty="0" smtClean="0"/>
              <a:t>无权限用</a:t>
            </a:r>
            <a:r>
              <a:rPr lang="en-US" altLang="zh-CN" dirty="0" smtClean="0"/>
              <a:t>0</a:t>
            </a:r>
            <a:r>
              <a:rPr lang="zh-CN" altLang="en-US" dirty="0" smtClean="0"/>
              <a:t>表示</a:t>
            </a:r>
            <a:endParaRPr lang="en-US" altLang="zh-CN" dirty="0" smtClean="0"/>
          </a:p>
          <a:p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en-US" dirty="0" err="1" smtClean="0">
                <a:ea typeface="华文新魏"/>
              </a:rPr>
              <a:t>chmod</a:t>
            </a:r>
            <a:r>
              <a:rPr lang="en-US" altLang="en-US" dirty="0" smtClean="0">
                <a:ea typeface="华文新魏"/>
              </a:rPr>
              <a:t> 764 </a:t>
            </a:r>
            <a:r>
              <a:rPr lang="en-US" altLang="en-US" dirty="0" err="1" smtClean="0">
                <a:ea typeface="华文新魏"/>
              </a:rPr>
              <a:t>testvi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权限的数字表示方法</a:t>
            </a:r>
            <a:endParaRPr lang="zh-CN" altLang="en-US" dirty="0"/>
          </a:p>
        </p:txBody>
      </p:sp>
      <p:sp>
        <p:nvSpPr>
          <p:cNvPr id="5" name="圆角矩形标注 4"/>
          <p:cNvSpPr/>
          <p:nvPr/>
        </p:nvSpPr>
        <p:spPr>
          <a:xfrm>
            <a:off x="714348" y="5357826"/>
            <a:ext cx="2089151" cy="1092200"/>
          </a:xfrm>
          <a:prstGeom prst="wedgeRoundRectCallout">
            <a:avLst>
              <a:gd name="adj1" fmla="val 11603"/>
              <a:gd name="adj2" fmla="val -91355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06692" tIns="53346" rIns="106692" bIns="5334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900" dirty="0"/>
              <a:t>u,</a:t>
            </a:r>
            <a:r>
              <a:rPr lang="zh-CN" altLang="en-US" sz="1900" dirty="0"/>
              <a:t>属主用户具备</a:t>
            </a:r>
            <a:r>
              <a:rPr lang="zh-CN" altLang="en-US" sz="1900" dirty="0" smtClean="0"/>
              <a:t>可可读可写可执行权限，</a:t>
            </a:r>
            <a:r>
              <a:rPr lang="en-US" altLang="zh-CN" sz="1900" dirty="0" smtClean="0"/>
              <a:t>4+2+1=7</a:t>
            </a:r>
            <a:endParaRPr lang="zh-CN" altLang="en-US" sz="1900" dirty="0"/>
          </a:p>
        </p:txBody>
      </p:sp>
      <p:sp>
        <p:nvSpPr>
          <p:cNvPr id="6" name="圆角矩形标注 5"/>
          <p:cNvSpPr/>
          <p:nvPr/>
        </p:nvSpPr>
        <p:spPr>
          <a:xfrm>
            <a:off x="3357554" y="5357826"/>
            <a:ext cx="2016125" cy="1092200"/>
          </a:xfrm>
          <a:prstGeom prst="wedgeRoundRectCallout">
            <a:avLst>
              <a:gd name="adj1" fmla="val -106236"/>
              <a:gd name="adj2" fmla="val -91243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06692" tIns="53346" rIns="106692" bIns="5334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900" dirty="0"/>
              <a:t>g,</a:t>
            </a:r>
            <a:r>
              <a:rPr lang="zh-CN" altLang="en-US" sz="1900" dirty="0"/>
              <a:t>群组用户</a:t>
            </a:r>
            <a:r>
              <a:rPr lang="zh-CN" altLang="en-US" sz="1900" dirty="0" smtClean="0"/>
              <a:t>具备读、写权限，</a:t>
            </a:r>
            <a:r>
              <a:rPr lang="en-US" altLang="zh-CN" sz="1900" dirty="0" smtClean="0"/>
              <a:t>4+2+0=6</a:t>
            </a:r>
            <a:endParaRPr lang="zh-CN" altLang="en-US" sz="1900" dirty="0"/>
          </a:p>
        </p:txBody>
      </p:sp>
      <p:sp>
        <p:nvSpPr>
          <p:cNvPr id="7" name="圆角矩形标注 6"/>
          <p:cNvSpPr/>
          <p:nvPr/>
        </p:nvSpPr>
        <p:spPr>
          <a:xfrm>
            <a:off x="6143636" y="5214950"/>
            <a:ext cx="2016125" cy="1092200"/>
          </a:xfrm>
          <a:prstGeom prst="wedgeRoundRectCallout">
            <a:avLst>
              <a:gd name="adj1" fmla="val -235213"/>
              <a:gd name="adj2" fmla="val -80778"/>
              <a:gd name="adj3" fmla="val 1666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06692" tIns="53346" rIns="106692" bIns="53346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900" dirty="0" smtClean="0"/>
              <a:t>o,</a:t>
            </a:r>
            <a:r>
              <a:rPr lang="zh-CN" altLang="en-US" sz="1900" dirty="0" smtClean="0"/>
              <a:t>其他用户具备读</a:t>
            </a:r>
            <a:r>
              <a:rPr lang="zh-CN" altLang="en-US" sz="1900" dirty="0"/>
              <a:t>权限</a:t>
            </a:r>
            <a:r>
              <a:rPr lang="zh-CN" altLang="en-US" sz="1900" dirty="0" smtClean="0"/>
              <a:t>，</a:t>
            </a:r>
            <a:r>
              <a:rPr lang="en-US" altLang="zh-CN" sz="1900" dirty="0" smtClean="0"/>
              <a:t>4+0+0=4</a:t>
            </a:r>
            <a:endParaRPr lang="zh-CN" altLang="en-US" sz="19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修改</a:t>
            </a:r>
            <a:r>
              <a:rPr lang="en-US" altLang="zh-CN" dirty="0" smtClean="0"/>
              <a:t>a.txt</a:t>
            </a:r>
            <a:r>
              <a:rPr lang="zh-CN" altLang="en-US" dirty="0" smtClean="0"/>
              <a:t>文件权限为</a:t>
            </a:r>
            <a:r>
              <a:rPr lang="en-US" altLang="zh-CN" dirty="0" smtClean="0"/>
              <a:t>764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chmod</a:t>
            </a:r>
            <a:r>
              <a:rPr lang="en-US" altLang="zh-CN" dirty="0" smtClean="0">
                <a:solidFill>
                  <a:srgbClr val="FF0000"/>
                </a:solidFill>
              </a:rPr>
              <a:t> 764 a.txt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rwxrw</a:t>
            </a:r>
            <a:r>
              <a:rPr lang="en-US" altLang="zh-CN" dirty="0" smtClean="0"/>
              <a:t>-r--</a:t>
            </a:r>
            <a:r>
              <a:rPr lang="zh-CN" altLang="en-US" dirty="0" smtClean="0"/>
              <a:t>换成数字权限？</a:t>
            </a:r>
            <a:endParaRPr lang="en-US" altLang="zh-CN" dirty="0" smtClean="0"/>
          </a:p>
          <a:p>
            <a:r>
              <a:rPr lang="en-US" altLang="zh-CN" dirty="0" err="1" smtClean="0"/>
              <a:t>rw-rw</a:t>
            </a:r>
            <a:r>
              <a:rPr lang="en-US" altLang="zh-CN" dirty="0" smtClean="0"/>
              <a:t>----</a:t>
            </a:r>
            <a:r>
              <a:rPr lang="zh-CN" altLang="en-US" dirty="0" smtClean="0"/>
              <a:t>换成数字权限？</a:t>
            </a:r>
            <a:endParaRPr lang="en-US" altLang="zh-CN" dirty="0" smtClean="0"/>
          </a:p>
          <a:p>
            <a:r>
              <a:rPr lang="en-US" altLang="zh-CN" dirty="0" smtClean="0"/>
              <a:t>653</a:t>
            </a:r>
            <a:r>
              <a:rPr lang="zh-CN" altLang="en-US" dirty="0" smtClean="0"/>
              <a:t>换成字符权限？</a:t>
            </a:r>
            <a:endParaRPr lang="en-US" altLang="zh-CN" dirty="0" smtClean="0"/>
          </a:p>
          <a:p>
            <a:r>
              <a:rPr lang="en-US" altLang="zh-CN" dirty="0" smtClean="0"/>
              <a:t>762</a:t>
            </a:r>
            <a:r>
              <a:rPr lang="zh-CN" altLang="en-US" dirty="0" smtClean="0"/>
              <a:t>换成字符权限？</a:t>
            </a:r>
            <a:endParaRPr lang="en-US" altLang="zh-CN" dirty="0" smtClean="0"/>
          </a:p>
          <a:p>
            <a:r>
              <a:rPr lang="en-US" altLang="zh-CN" dirty="0" smtClean="0"/>
              <a:t>710</a:t>
            </a:r>
            <a:r>
              <a:rPr lang="zh-CN" altLang="en-US" dirty="0" smtClean="0"/>
              <a:t>换成字符权限？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字符权限和数字权限互换算</a:t>
            </a:r>
            <a:endParaRPr lang="zh-CN" altLang="en-US" dirty="0"/>
          </a:p>
        </p:txBody>
      </p:sp>
    </p:spTree>
  </p:cSld>
  <p:clrMapOvr>
    <a:masterClrMapping/>
  </p:clrMapOvr>
  <p:transition xmlns:p14="http://schemas.microsoft.com/office/powerpoint/2010/main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功能：</a:t>
            </a:r>
            <a:r>
              <a:rPr lang="en-US" altLang="zh-CN" dirty="0" err="1" smtClean="0"/>
              <a:t>chown</a:t>
            </a:r>
            <a:r>
              <a:rPr lang="zh-CN" altLang="en-US" dirty="0" smtClean="0"/>
              <a:t>命令可以改变文件或目录的属主。一般来说，这个指令只有是由系统管理者（</a:t>
            </a:r>
            <a:r>
              <a:rPr lang="en-US" altLang="zh-CN" dirty="0" smtClean="0"/>
              <a:t>root</a:t>
            </a:r>
            <a:r>
              <a:rPr lang="zh-CN" altLang="en-US" dirty="0" smtClean="0"/>
              <a:t>）所使用，一般使用者没有权限改变别人的文件或目录属主。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用法：</a:t>
            </a:r>
            <a:r>
              <a:rPr lang="en-US" altLang="zh-CN" dirty="0" err="1" smtClean="0"/>
              <a:t>chown</a:t>
            </a:r>
            <a:r>
              <a:rPr lang="en-US" altLang="zh-CN" dirty="0" smtClean="0"/>
              <a:t>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</a:t>
            </a:r>
            <a:r>
              <a:rPr lang="zh-CN" altLang="en-US" dirty="0" smtClean="0"/>
              <a:t>属主</a:t>
            </a:r>
            <a:r>
              <a:rPr lang="en-US" altLang="zh-CN" dirty="0" smtClean="0"/>
              <a:t>[:</a:t>
            </a:r>
            <a:r>
              <a:rPr lang="zh-CN" altLang="en-US" dirty="0" smtClean="0"/>
              <a:t>属组</a:t>
            </a:r>
            <a:r>
              <a:rPr lang="en-US" altLang="zh-CN" dirty="0" smtClean="0"/>
              <a:t>] </a:t>
            </a:r>
            <a:r>
              <a:rPr lang="zh-CN" altLang="en-US" dirty="0" smtClean="0"/>
              <a:t>文件或目录名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</a:t>
            </a:r>
            <a:r>
              <a:rPr lang="zh-CN" altLang="en-US" dirty="0" smtClean="0"/>
              <a:t>：对目前目录下的所有文件与子目录进行相同的拥有者变更</a:t>
            </a:r>
            <a:endParaRPr lang="en-US" altLang="zh-CN" dirty="0" smtClean="0"/>
          </a:p>
          <a:p>
            <a:pPr marL="342900" lvl="1" indent="-342900">
              <a:buFont typeface="Arial" pitchFamily="34" charset="0"/>
              <a:buChar char="•"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mtClean="0"/>
              <a:t>chown</a:t>
            </a:r>
            <a:endParaRPr lang="zh-CN" alt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将</a:t>
            </a:r>
            <a:r>
              <a:rPr lang="en-US" altLang="zh-CN" dirty="0" smtClean="0"/>
              <a:t>a.txt</a:t>
            </a:r>
            <a:r>
              <a:rPr lang="zh-CN" altLang="en-US" dirty="0" smtClean="0"/>
              <a:t>文件的所有者修改为</a:t>
            </a:r>
            <a:r>
              <a:rPr lang="en-US" altLang="zh-CN" dirty="0" smtClean="0"/>
              <a:t>test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chown</a:t>
            </a:r>
            <a:r>
              <a:rPr lang="en-US" altLang="zh-CN" dirty="0" smtClean="0">
                <a:solidFill>
                  <a:srgbClr val="FF0000"/>
                </a:solidFill>
              </a:rPr>
              <a:t> test a.txt</a:t>
            </a:r>
          </a:p>
          <a:p>
            <a:endParaRPr lang="zh-CN" altLang="en-US" dirty="0" smtClean="0"/>
          </a:p>
          <a:p>
            <a:r>
              <a:rPr lang="zh-CN" altLang="en-US" dirty="0" smtClean="0"/>
              <a:t>将</a:t>
            </a:r>
            <a:r>
              <a:rPr lang="en-US" altLang="zh-CN" dirty="0" err="1" smtClean="0"/>
              <a:t>abc</a:t>
            </a:r>
            <a:r>
              <a:rPr lang="zh-CN" altLang="en-US" dirty="0" smtClean="0"/>
              <a:t>目录以及子目录、子文件的所有者修改为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，所属组也修改为</a:t>
            </a:r>
            <a:r>
              <a:rPr lang="en-US" altLang="zh-CN" dirty="0" smtClean="0"/>
              <a:t>test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chown</a:t>
            </a:r>
            <a:r>
              <a:rPr lang="en-US" altLang="zh-CN" dirty="0" smtClean="0">
                <a:solidFill>
                  <a:srgbClr val="FF0000"/>
                </a:solidFill>
              </a:rPr>
              <a:t> -R </a:t>
            </a:r>
            <a:r>
              <a:rPr lang="en-US" altLang="zh-CN" dirty="0" err="1" smtClean="0">
                <a:solidFill>
                  <a:srgbClr val="FF0000"/>
                </a:solidFill>
              </a:rPr>
              <a:t>test:test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err="1" smtClean="0">
                <a:solidFill>
                  <a:srgbClr val="FF0000"/>
                </a:solidFill>
              </a:rPr>
              <a:t>abc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功能：修改文件的所属群组</a:t>
            </a:r>
            <a:endParaRPr lang="en-US" altLang="zh-CN" dirty="0" smtClean="0"/>
          </a:p>
          <a:p>
            <a:r>
              <a:rPr lang="zh-CN" altLang="en-US" dirty="0" smtClean="0"/>
              <a:t>用法：</a:t>
            </a:r>
            <a:r>
              <a:rPr lang="en-US" altLang="zh-CN" dirty="0" err="1" smtClean="0"/>
              <a:t>chgrp</a:t>
            </a:r>
            <a:r>
              <a:rPr lang="en-US" altLang="zh-CN" dirty="0" smtClean="0"/>
              <a:t> [</a:t>
            </a:r>
            <a:r>
              <a:rPr lang="zh-CN" altLang="en-US" dirty="0" smtClean="0"/>
              <a:t>选项</a:t>
            </a:r>
            <a:r>
              <a:rPr lang="en-US" altLang="zh-CN" dirty="0" smtClean="0"/>
              <a:t>] </a:t>
            </a:r>
            <a:r>
              <a:rPr lang="zh-CN" altLang="en-US" dirty="0" smtClean="0"/>
              <a:t>组 文件</a:t>
            </a:r>
            <a:endParaRPr lang="en-US" altLang="zh-CN" dirty="0" smtClean="0"/>
          </a:p>
          <a:p>
            <a:r>
              <a:rPr lang="zh-CN" altLang="en-US" dirty="0" smtClean="0"/>
              <a:t>常用选项：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</a:t>
            </a:r>
            <a:r>
              <a:rPr lang="zh-CN" altLang="en-US" dirty="0" smtClean="0"/>
              <a:t>：对目前目录下的所有文件与子目录进行相同的所属组变更</a:t>
            </a:r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 smtClean="0"/>
              <a:t>chgrp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将</a:t>
            </a:r>
            <a:r>
              <a:rPr lang="en-US" altLang="zh-CN" dirty="0" smtClean="0"/>
              <a:t>a.txt</a:t>
            </a:r>
            <a:r>
              <a:rPr lang="zh-CN" altLang="en-US" dirty="0" smtClean="0"/>
              <a:t>文件所属组修改为</a:t>
            </a:r>
            <a:r>
              <a:rPr lang="en-US" altLang="zh-CN" dirty="0" smtClean="0"/>
              <a:t>test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chgrp</a:t>
            </a:r>
            <a:r>
              <a:rPr lang="en-US" altLang="zh-CN" dirty="0" smtClean="0">
                <a:solidFill>
                  <a:srgbClr val="FF0000"/>
                </a:solidFill>
              </a:rPr>
              <a:t> test a.txt</a:t>
            </a:r>
          </a:p>
          <a:p>
            <a:pPr lvl="1"/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将</a:t>
            </a:r>
            <a:r>
              <a:rPr lang="en-US" altLang="zh-CN" dirty="0" err="1" smtClean="0"/>
              <a:t>abc</a:t>
            </a:r>
            <a:r>
              <a:rPr lang="zh-CN" altLang="en-US" dirty="0" smtClean="0"/>
              <a:t>目录以及子目录、子文件所属组修改为</a:t>
            </a:r>
            <a:r>
              <a:rPr lang="en-US" altLang="zh-CN" dirty="0" smtClean="0"/>
              <a:t>test</a:t>
            </a:r>
          </a:p>
          <a:p>
            <a:pPr lvl="1"/>
            <a:r>
              <a:rPr lang="en-US" altLang="zh-CN" dirty="0" err="1" smtClean="0">
                <a:solidFill>
                  <a:srgbClr val="FF0000"/>
                </a:solidFill>
              </a:rPr>
              <a:t>chgrp</a:t>
            </a:r>
            <a:r>
              <a:rPr lang="en-US" altLang="zh-CN" dirty="0" smtClean="0">
                <a:solidFill>
                  <a:srgbClr val="FF0000"/>
                </a:solidFill>
              </a:rPr>
              <a:t> -R test </a:t>
            </a:r>
            <a:r>
              <a:rPr lang="en-US" altLang="zh-CN" dirty="0" err="1" smtClean="0">
                <a:solidFill>
                  <a:srgbClr val="FF0000"/>
                </a:solidFill>
              </a:rPr>
              <a:t>abc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例子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新建目录</a:t>
            </a:r>
            <a:r>
              <a:rPr lang="en-US" altLang="zh-CN" dirty="0" err="1" smtClean="0"/>
              <a:t>dingce</a:t>
            </a:r>
            <a:r>
              <a:rPr lang="zh-CN" altLang="en-US" dirty="0" smtClean="0"/>
              <a:t>，在</a:t>
            </a:r>
            <a:r>
              <a:rPr lang="en-US" altLang="zh-CN" dirty="0" err="1" smtClean="0"/>
              <a:t>dingce</a:t>
            </a:r>
            <a:r>
              <a:rPr lang="zh-CN" altLang="en-US" dirty="0" smtClean="0"/>
              <a:t>目录中新建文件</a:t>
            </a:r>
            <a:r>
              <a:rPr lang="en-US" altLang="zh-CN" dirty="0" smtClean="0"/>
              <a:t>1.sh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2.sh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、将</a:t>
            </a:r>
            <a:r>
              <a:rPr lang="en-US" altLang="zh-CN" dirty="0" smtClean="0"/>
              <a:t>1.sh</a:t>
            </a:r>
            <a:r>
              <a:rPr lang="zh-CN" altLang="en-US" dirty="0" smtClean="0"/>
              <a:t>对自己添加可执行权限。</a:t>
            </a:r>
            <a:endParaRPr lang="en-US" altLang="zh-CN" dirty="0" smtClean="0"/>
          </a:p>
          <a:p>
            <a:r>
              <a:rPr lang="en-US" altLang="zh-CN" dirty="0" smtClean="0"/>
              <a:t>2</a:t>
            </a:r>
            <a:r>
              <a:rPr lang="zh-CN" altLang="en-US" dirty="0" smtClean="0"/>
              <a:t>、将</a:t>
            </a:r>
            <a:r>
              <a:rPr lang="en-US" altLang="zh-CN" dirty="0" err="1" smtClean="0"/>
              <a:t>dingce</a:t>
            </a:r>
            <a:r>
              <a:rPr lang="zh-CN" altLang="en-US" dirty="0" smtClean="0"/>
              <a:t>目录以及该目录下所有文件权限都设置为</a:t>
            </a:r>
            <a:r>
              <a:rPr lang="en-US" altLang="zh-CN" dirty="0" smtClean="0"/>
              <a:t>764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smtClean="0"/>
              <a:t>3</a:t>
            </a:r>
            <a:r>
              <a:rPr lang="zh-CN" altLang="en-US" dirty="0" smtClean="0"/>
              <a:t>、将</a:t>
            </a:r>
            <a:r>
              <a:rPr lang="en-US" altLang="zh-CN" dirty="0" err="1" smtClean="0"/>
              <a:t>dingce</a:t>
            </a:r>
            <a:r>
              <a:rPr lang="zh-CN" altLang="en-US" dirty="0" smtClean="0"/>
              <a:t>目录以及子文件的属主和属组都修改为</a:t>
            </a:r>
            <a:r>
              <a:rPr lang="en-US" altLang="zh-CN" dirty="0" smtClean="0"/>
              <a:t>test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练习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课件模版2015-10-26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课件模版2015-10-26</Template>
  <TotalTime>3106</TotalTime>
  <Words>486</Words>
  <Application>Microsoft Macintosh PowerPoint</Application>
  <PresentationFormat>全屏显示(4:3)</PresentationFormat>
  <Paragraphs>82</Paragraphs>
  <Slides>16</Slides>
  <Notes>2</Notes>
  <HiddenSlides>1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7" baseType="lpstr">
      <vt:lpstr>课件模版2015-10-26</vt:lpstr>
      <vt:lpstr>含义</vt:lpstr>
      <vt:lpstr>含义</vt:lpstr>
      <vt:lpstr>权限查看</vt:lpstr>
      <vt:lpstr>命令</vt:lpstr>
      <vt:lpstr>chmod</vt:lpstr>
      <vt:lpstr>例子</vt:lpstr>
      <vt:lpstr>chmod常见选项</vt:lpstr>
      <vt:lpstr>例子</vt:lpstr>
      <vt:lpstr>权限的数字表示方法</vt:lpstr>
      <vt:lpstr>例子</vt:lpstr>
      <vt:lpstr>字符权限和数字权限互换算</vt:lpstr>
      <vt:lpstr>chown</vt:lpstr>
      <vt:lpstr>例子</vt:lpstr>
      <vt:lpstr>chgrp</vt:lpstr>
      <vt:lpstr>例子</vt:lpstr>
      <vt:lpstr>练习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dingce</dc:creator>
  <cp:lastModifiedBy>liz fang</cp:lastModifiedBy>
  <cp:revision>426</cp:revision>
  <dcterms:created xsi:type="dcterms:W3CDTF">2015-10-26T03:38:06Z</dcterms:created>
  <dcterms:modified xsi:type="dcterms:W3CDTF">2016-10-31T13:38:40Z</dcterms:modified>
</cp:coreProperties>
</file>
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21" r:id="rId2"/>
    <p:sldId id="322" r:id="rId3"/>
    <p:sldId id="323" r:id="rId4"/>
    <p:sldId id="324" r:id="rId5"/>
    <p:sldId id="325" r:id="rId6"/>
    <p:sldId id="326" r:id="rId7"/>
    <p:sldId id="32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18" autoAdjust="0"/>
  </p:normalViewPr>
  <p:slideViewPr>
    <p:cSldViewPr>
      <p:cViewPr varScale="1">
        <p:scale>
          <a:sx n="75" d="100"/>
          <a:sy n="75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9DCB23-9067-4223-934C-041F1760819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5497555-3A16-4565-8ECA-37450E1F854B}">
      <dgm:prSet phldrT="[文本]"/>
      <dgm:spPr/>
      <dgm:t>
        <a:bodyPr/>
        <a:lstStyle/>
        <a:p>
          <a:r>
            <a:rPr lang="zh-CN" altLang="en-US" dirty="0" smtClean="0"/>
            <a:t>树根</a:t>
          </a:r>
          <a:r>
            <a:rPr lang="en-US" altLang="zh-CN" dirty="0" smtClean="0"/>
            <a:t>/</a:t>
          </a:r>
          <a:endParaRPr lang="zh-CN" altLang="en-US" dirty="0"/>
        </a:p>
      </dgm:t>
    </dgm:pt>
    <dgm:pt modelId="{BB394ED2-8C56-4B89-BEC4-7BCA4331C96A}" type="parTrans" cxnId="{591011EC-25F6-4002-AC65-22F94341BAE5}">
      <dgm:prSet/>
      <dgm:spPr/>
      <dgm:t>
        <a:bodyPr/>
        <a:lstStyle/>
        <a:p>
          <a:endParaRPr lang="zh-CN" altLang="en-US"/>
        </a:p>
      </dgm:t>
    </dgm:pt>
    <dgm:pt modelId="{4589C966-B2DF-4E96-8CAF-D8BAAA93FEF7}" type="sibTrans" cxnId="{591011EC-25F6-4002-AC65-22F94341BAE5}">
      <dgm:prSet/>
      <dgm:spPr/>
      <dgm:t>
        <a:bodyPr/>
        <a:lstStyle/>
        <a:p>
          <a:endParaRPr lang="zh-CN" altLang="en-US"/>
        </a:p>
      </dgm:t>
    </dgm:pt>
    <dgm:pt modelId="{00979D90-DDE4-42FD-ABA5-00529258297D}">
      <dgm:prSet phldrT="[文本]"/>
      <dgm:spPr/>
      <dgm:t>
        <a:bodyPr/>
        <a:lstStyle/>
        <a:p>
          <a:r>
            <a:rPr lang="zh-CN" altLang="en-US" dirty="0" smtClean="0"/>
            <a:t>树枝</a:t>
          </a:r>
          <a:r>
            <a:rPr lang="en-US" altLang="en-US" dirty="0" smtClean="0">
              <a:ea typeface="宋体" charset="-122"/>
            </a:rPr>
            <a:t>directory</a:t>
          </a:r>
          <a:endParaRPr lang="zh-CN" altLang="en-US" dirty="0"/>
        </a:p>
      </dgm:t>
    </dgm:pt>
    <dgm:pt modelId="{981DE0F1-D595-47B4-9D35-EDB6A06AAF8B}" type="parTrans" cxnId="{347745CB-059A-4B88-9EA3-98F6C60F2D2F}">
      <dgm:prSet/>
      <dgm:spPr/>
      <dgm:t>
        <a:bodyPr/>
        <a:lstStyle/>
        <a:p>
          <a:endParaRPr lang="zh-CN" altLang="en-US"/>
        </a:p>
      </dgm:t>
    </dgm:pt>
    <dgm:pt modelId="{77967DAC-70B1-4D11-8A7D-BE6A7BD551F4}" type="sibTrans" cxnId="{347745CB-059A-4B88-9EA3-98F6C60F2D2F}">
      <dgm:prSet/>
      <dgm:spPr/>
      <dgm:t>
        <a:bodyPr/>
        <a:lstStyle/>
        <a:p>
          <a:endParaRPr lang="zh-CN" altLang="en-US"/>
        </a:p>
      </dgm:t>
    </dgm:pt>
    <dgm:pt modelId="{AC76375C-029D-451F-9900-E3C3CF4FC4C1}">
      <dgm:prSet phldrT="[文本]"/>
      <dgm:spPr/>
      <dgm:t>
        <a:bodyPr/>
        <a:lstStyle/>
        <a:p>
          <a:r>
            <a:rPr lang="zh-CN" altLang="en-US" dirty="0" smtClean="0"/>
            <a:t>叶子</a:t>
          </a:r>
          <a:endParaRPr lang="en-US" altLang="zh-CN" dirty="0" smtClean="0"/>
        </a:p>
        <a:p>
          <a:r>
            <a:rPr lang="en-US" altLang="zh-CN" dirty="0" smtClean="0"/>
            <a:t>file</a:t>
          </a:r>
          <a:endParaRPr lang="zh-CN" altLang="en-US" dirty="0"/>
        </a:p>
      </dgm:t>
    </dgm:pt>
    <dgm:pt modelId="{06B19259-0079-4621-AEE7-11061E3CAE57}" type="parTrans" cxnId="{68BD09E0-0674-4BB2-9B0E-62B7BFA13B69}">
      <dgm:prSet/>
      <dgm:spPr/>
      <dgm:t>
        <a:bodyPr/>
        <a:lstStyle/>
        <a:p>
          <a:endParaRPr lang="zh-CN" altLang="en-US"/>
        </a:p>
      </dgm:t>
    </dgm:pt>
    <dgm:pt modelId="{CF000790-2A6C-4C51-9FEF-99944929050C}" type="sibTrans" cxnId="{68BD09E0-0674-4BB2-9B0E-62B7BFA13B69}">
      <dgm:prSet/>
      <dgm:spPr/>
      <dgm:t>
        <a:bodyPr/>
        <a:lstStyle/>
        <a:p>
          <a:endParaRPr lang="zh-CN" altLang="en-US"/>
        </a:p>
      </dgm:t>
    </dgm:pt>
    <dgm:pt modelId="{E931E1A8-B62C-4B2C-9C89-6FF8728B1D77}">
      <dgm:prSet phldrT="[文本]"/>
      <dgm:spPr/>
      <dgm:t>
        <a:bodyPr/>
        <a:lstStyle/>
        <a:p>
          <a:r>
            <a:rPr lang="zh-CN" altLang="en-US" dirty="0" smtClean="0"/>
            <a:t>叶子</a:t>
          </a:r>
          <a:endParaRPr lang="en-US" altLang="zh-CN" dirty="0" smtClean="0"/>
        </a:p>
        <a:p>
          <a:r>
            <a:rPr lang="en-US" altLang="zh-CN" dirty="0" smtClean="0"/>
            <a:t>file</a:t>
          </a:r>
          <a:endParaRPr lang="zh-CN" altLang="en-US" dirty="0"/>
        </a:p>
      </dgm:t>
    </dgm:pt>
    <dgm:pt modelId="{D85B1ABF-0819-42D3-8E5F-3667276A6844}" type="parTrans" cxnId="{55DD98AB-B086-4CA0-9AED-977EEDE1C617}">
      <dgm:prSet/>
      <dgm:spPr/>
      <dgm:t>
        <a:bodyPr/>
        <a:lstStyle/>
        <a:p>
          <a:endParaRPr lang="zh-CN" altLang="en-US"/>
        </a:p>
      </dgm:t>
    </dgm:pt>
    <dgm:pt modelId="{5EF24F59-637E-43B3-8C2D-98F472D2D551}" type="sibTrans" cxnId="{55DD98AB-B086-4CA0-9AED-977EEDE1C617}">
      <dgm:prSet/>
      <dgm:spPr/>
      <dgm:t>
        <a:bodyPr/>
        <a:lstStyle/>
        <a:p>
          <a:endParaRPr lang="zh-CN" altLang="en-US"/>
        </a:p>
      </dgm:t>
    </dgm:pt>
    <dgm:pt modelId="{12E09C1F-AEE0-436E-8006-390E5D088819}">
      <dgm:prSet phldrT="[文本]"/>
      <dgm:spPr/>
      <dgm:t>
        <a:bodyPr/>
        <a:lstStyle/>
        <a:p>
          <a:r>
            <a:rPr lang="zh-CN" altLang="en-US" dirty="0" smtClean="0"/>
            <a:t>树枝</a:t>
          </a:r>
          <a:endParaRPr lang="en-US" altLang="zh-CN" dirty="0" smtClean="0"/>
        </a:p>
        <a:p>
          <a:r>
            <a:rPr lang="en-US" altLang="en-US" dirty="0" smtClean="0">
              <a:ea typeface="宋体" charset="-122"/>
            </a:rPr>
            <a:t>directory</a:t>
          </a:r>
          <a:endParaRPr lang="zh-CN" altLang="en-US" dirty="0"/>
        </a:p>
      </dgm:t>
    </dgm:pt>
    <dgm:pt modelId="{36D67816-A669-4A5C-BC36-F886D8DE9332}" type="parTrans" cxnId="{5BA35E52-7940-4C56-922F-DB4DBC5E81C7}">
      <dgm:prSet/>
      <dgm:spPr/>
      <dgm:t>
        <a:bodyPr/>
        <a:lstStyle/>
        <a:p>
          <a:endParaRPr lang="zh-CN" altLang="en-US"/>
        </a:p>
      </dgm:t>
    </dgm:pt>
    <dgm:pt modelId="{D88438B9-89E3-4ADE-B831-678A3D4F2751}" type="sibTrans" cxnId="{5BA35E52-7940-4C56-922F-DB4DBC5E81C7}">
      <dgm:prSet/>
      <dgm:spPr/>
      <dgm:t>
        <a:bodyPr/>
        <a:lstStyle/>
        <a:p>
          <a:endParaRPr lang="zh-CN" altLang="en-US"/>
        </a:p>
      </dgm:t>
    </dgm:pt>
    <dgm:pt modelId="{17C6E89B-D740-4AA1-85E4-14573B58DAF7}">
      <dgm:prSet phldrT="[文本]"/>
      <dgm:spPr/>
      <dgm:t>
        <a:bodyPr/>
        <a:lstStyle/>
        <a:p>
          <a:r>
            <a:rPr lang="zh-CN" altLang="en-US" dirty="0" smtClean="0"/>
            <a:t>叶子</a:t>
          </a:r>
          <a:endParaRPr lang="en-US" altLang="zh-CN" dirty="0" smtClean="0"/>
        </a:p>
        <a:p>
          <a:r>
            <a:rPr lang="en-US" altLang="zh-CN" dirty="0" smtClean="0"/>
            <a:t>file</a:t>
          </a:r>
          <a:endParaRPr lang="zh-CN" altLang="en-US" dirty="0"/>
        </a:p>
      </dgm:t>
    </dgm:pt>
    <dgm:pt modelId="{88067645-92B4-491D-BD28-28A92BF7DF42}" type="parTrans" cxnId="{E62CEEDC-9180-4E2F-A122-BD597CAC125C}">
      <dgm:prSet/>
      <dgm:spPr/>
      <dgm:t>
        <a:bodyPr/>
        <a:lstStyle/>
        <a:p>
          <a:endParaRPr lang="zh-CN" altLang="en-US"/>
        </a:p>
      </dgm:t>
    </dgm:pt>
    <dgm:pt modelId="{90F31208-7482-401A-BAF6-713AC2F1AC48}" type="sibTrans" cxnId="{E62CEEDC-9180-4E2F-A122-BD597CAC125C}">
      <dgm:prSet/>
      <dgm:spPr/>
      <dgm:t>
        <a:bodyPr/>
        <a:lstStyle/>
        <a:p>
          <a:endParaRPr lang="zh-CN" altLang="en-US"/>
        </a:p>
      </dgm:t>
    </dgm:pt>
    <dgm:pt modelId="{36C69212-2613-4155-8BC3-3F5F3C880115}" type="pres">
      <dgm:prSet presAssocID="{249DCB23-9067-4223-934C-041F1760819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0DD31600-458C-4DCD-8F41-0CB0CED745BF}" type="pres">
      <dgm:prSet presAssocID="{E5497555-3A16-4565-8ECA-37450E1F854B}" presName="hierRoot1" presStyleCnt="0"/>
      <dgm:spPr/>
    </dgm:pt>
    <dgm:pt modelId="{26858BF0-EFAA-4DAA-892F-43E3518C97DB}" type="pres">
      <dgm:prSet presAssocID="{E5497555-3A16-4565-8ECA-37450E1F854B}" presName="composite" presStyleCnt="0"/>
      <dgm:spPr/>
    </dgm:pt>
    <dgm:pt modelId="{3B17201D-B01A-4917-BCD8-1EE08C3D6628}" type="pres">
      <dgm:prSet presAssocID="{E5497555-3A16-4565-8ECA-37450E1F854B}" presName="background" presStyleLbl="node0" presStyleIdx="0" presStyleCnt="1"/>
      <dgm:spPr/>
    </dgm:pt>
    <dgm:pt modelId="{8D895057-3976-4ADA-9D25-730C236D4BC7}" type="pres">
      <dgm:prSet presAssocID="{E5497555-3A16-4565-8ECA-37450E1F854B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19CC900-6B69-475A-8E0E-C2524E3E89BC}" type="pres">
      <dgm:prSet presAssocID="{E5497555-3A16-4565-8ECA-37450E1F854B}" presName="hierChild2" presStyleCnt="0"/>
      <dgm:spPr/>
    </dgm:pt>
    <dgm:pt modelId="{D8879501-B4EB-4D07-B36D-1F1A737C104C}" type="pres">
      <dgm:prSet presAssocID="{981DE0F1-D595-47B4-9D35-EDB6A06AAF8B}" presName="Name10" presStyleLbl="parChTrans1D2" presStyleIdx="0" presStyleCnt="2"/>
      <dgm:spPr/>
      <dgm:t>
        <a:bodyPr/>
        <a:lstStyle/>
        <a:p>
          <a:endParaRPr lang="zh-CN" altLang="en-US"/>
        </a:p>
      </dgm:t>
    </dgm:pt>
    <dgm:pt modelId="{E32D7727-C653-4A44-B13D-270AE4891869}" type="pres">
      <dgm:prSet presAssocID="{00979D90-DDE4-42FD-ABA5-00529258297D}" presName="hierRoot2" presStyleCnt="0"/>
      <dgm:spPr/>
    </dgm:pt>
    <dgm:pt modelId="{4A2F44C8-E0A0-4422-B727-11873743B064}" type="pres">
      <dgm:prSet presAssocID="{00979D90-DDE4-42FD-ABA5-00529258297D}" presName="composite2" presStyleCnt="0"/>
      <dgm:spPr/>
    </dgm:pt>
    <dgm:pt modelId="{14865603-B5DC-4683-B096-90670F7AAACF}" type="pres">
      <dgm:prSet presAssocID="{00979D90-DDE4-42FD-ABA5-00529258297D}" presName="background2" presStyleLbl="node2" presStyleIdx="0" presStyleCnt="2"/>
      <dgm:spPr/>
    </dgm:pt>
    <dgm:pt modelId="{4D8D0C84-93F3-48F5-8287-50FD89974ABE}" type="pres">
      <dgm:prSet presAssocID="{00979D90-DDE4-42FD-ABA5-00529258297D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360B1FA-AAB5-4D10-8651-B77747039BF8}" type="pres">
      <dgm:prSet presAssocID="{00979D90-DDE4-42FD-ABA5-00529258297D}" presName="hierChild3" presStyleCnt="0"/>
      <dgm:spPr/>
    </dgm:pt>
    <dgm:pt modelId="{185E410A-467A-4FD2-9711-CD4FABBFB0CE}" type="pres">
      <dgm:prSet presAssocID="{06B19259-0079-4621-AEE7-11061E3CAE57}" presName="Name17" presStyleLbl="parChTrans1D3" presStyleIdx="0" presStyleCnt="3"/>
      <dgm:spPr/>
      <dgm:t>
        <a:bodyPr/>
        <a:lstStyle/>
        <a:p>
          <a:endParaRPr lang="zh-CN" altLang="en-US"/>
        </a:p>
      </dgm:t>
    </dgm:pt>
    <dgm:pt modelId="{EE051E60-A767-47A3-98DB-D830F95626D7}" type="pres">
      <dgm:prSet presAssocID="{AC76375C-029D-451F-9900-E3C3CF4FC4C1}" presName="hierRoot3" presStyleCnt="0"/>
      <dgm:spPr/>
    </dgm:pt>
    <dgm:pt modelId="{4B650485-1689-4A03-9844-E82A67DDA155}" type="pres">
      <dgm:prSet presAssocID="{AC76375C-029D-451F-9900-E3C3CF4FC4C1}" presName="composite3" presStyleCnt="0"/>
      <dgm:spPr/>
    </dgm:pt>
    <dgm:pt modelId="{58CDA9D2-4851-4949-96A6-9007706946E1}" type="pres">
      <dgm:prSet presAssocID="{AC76375C-029D-451F-9900-E3C3CF4FC4C1}" presName="background3" presStyleLbl="node3" presStyleIdx="0" presStyleCnt="3"/>
      <dgm:spPr/>
    </dgm:pt>
    <dgm:pt modelId="{4A3183A8-160F-4F84-9A8F-C7D8EF2F33AA}" type="pres">
      <dgm:prSet presAssocID="{AC76375C-029D-451F-9900-E3C3CF4FC4C1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B01054C-DF14-4CC1-9F93-BAF352F908DA}" type="pres">
      <dgm:prSet presAssocID="{AC76375C-029D-451F-9900-E3C3CF4FC4C1}" presName="hierChild4" presStyleCnt="0"/>
      <dgm:spPr/>
    </dgm:pt>
    <dgm:pt modelId="{10B7A8F5-ACB0-4F73-9956-68B6E8CD15C6}" type="pres">
      <dgm:prSet presAssocID="{D85B1ABF-0819-42D3-8E5F-3667276A6844}" presName="Name17" presStyleLbl="parChTrans1D3" presStyleIdx="1" presStyleCnt="3"/>
      <dgm:spPr/>
      <dgm:t>
        <a:bodyPr/>
        <a:lstStyle/>
        <a:p>
          <a:endParaRPr lang="zh-CN" altLang="en-US"/>
        </a:p>
      </dgm:t>
    </dgm:pt>
    <dgm:pt modelId="{676ED046-7A48-4363-83F2-BFADFDCF94AD}" type="pres">
      <dgm:prSet presAssocID="{E931E1A8-B62C-4B2C-9C89-6FF8728B1D77}" presName="hierRoot3" presStyleCnt="0"/>
      <dgm:spPr/>
    </dgm:pt>
    <dgm:pt modelId="{EA20CA71-C9AE-4948-9F6C-960686612AD7}" type="pres">
      <dgm:prSet presAssocID="{E931E1A8-B62C-4B2C-9C89-6FF8728B1D77}" presName="composite3" presStyleCnt="0"/>
      <dgm:spPr/>
    </dgm:pt>
    <dgm:pt modelId="{4FCEF5E9-480F-49EF-91D9-AE8AC7E51532}" type="pres">
      <dgm:prSet presAssocID="{E931E1A8-B62C-4B2C-9C89-6FF8728B1D77}" presName="background3" presStyleLbl="node3" presStyleIdx="1" presStyleCnt="3"/>
      <dgm:spPr/>
    </dgm:pt>
    <dgm:pt modelId="{91DA10BF-45F5-4AC8-807F-664388F384B9}" type="pres">
      <dgm:prSet presAssocID="{E931E1A8-B62C-4B2C-9C89-6FF8728B1D77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D35AB4A-0452-4684-BB60-EBEC50BD842E}" type="pres">
      <dgm:prSet presAssocID="{E931E1A8-B62C-4B2C-9C89-6FF8728B1D77}" presName="hierChild4" presStyleCnt="0"/>
      <dgm:spPr/>
    </dgm:pt>
    <dgm:pt modelId="{2F55BC37-2E16-45DC-B682-490F3BEA86C8}" type="pres">
      <dgm:prSet presAssocID="{36D67816-A669-4A5C-BC36-F886D8DE9332}" presName="Name10" presStyleLbl="parChTrans1D2" presStyleIdx="1" presStyleCnt="2"/>
      <dgm:spPr/>
      <dgm:t>
        <a:bodyPr/>
        <a:lstStyle/>
        <a:p>
          <a:endParaRPr lang="zh-CN" altLang="en-US"/>
        </a:p>
      </dgm:t>
    </dgm:pt>
    <dgm:pt modelId="{C7A617E8-67A4-42EA-91A9-D0BD0998A7B3}" type="pres">
      <dgm:prSet presAssocID="{12E09C1F-AEE0-436E-8006-390E5D088819}" presName="hierRoot2" presStyleCnt="0"/>
      <dgm:spPr/>
    </dgm:pt>
    <dgm:pt modelId="{5CEAED00-CFB8-43A3-AAC4-3EF27328EFE2}" type="pres">
      <dgm:prSet presAssocID="{12E09C1F-AEE0-436E-8006-390E5D088819}" presName="composite2" presStyleCnt="0"/>
      <dgm:spPr/>
    </dgm:pt>
    <dgm:pt modelId="{A8F4BB4E-F204-453B-BBA5-890C21D79AF2}" type="pres">
      <dgm:prSet presAssocID="{12E09C1F-AEE0-436E-8006-390E5D088819}" presName="background2" presStyleLbl="node2" presStyleIdx="1" presStyleCnt="2"/>
      <dgm:spPr/>
    </dgm:pt>
    <dgm:pt modelId="{8FDF7837-3041-4016-AD14-6D3348873B55}" type="pres">
      <dgm:prSet presAssocID="{12E09C1F-AEE0-436E-8006-390E5D088819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A6C3F25-5AFB-4417-B1BE-7B59FCF712B7}" type="pres">
      <dgm:prSet presAssocID="{12E09C1F-AEE0-436E-8006-390E5D088819}" presName="hierChild3" presStyleCnt="0"/>
      <dgm:spPr/>
    </dgm:pt>
    <dgm:pt modelId="{2065D253-2B03-4F36-B729-4C3CAB6B2973}" type="pres">
      <dgm:prSet presAssocID="{88067645-92B4-491D-BD28-28A92BF7DF42}" presName="Name17" presStyleLbl="parChTrans1D3" presStyleIdx="2" presStyleCnt="3"/>
      <dgm:spPr/>
      <dgm:t>
        <a:bodyPr/>
        <a:lstStyle/>
        <a:p>
          <a:endParaRPr lang="zh-CN" altLang="en-US"/>
        </a:p>
      </dgm:t>
    </dgm:pt>
    <dgm:pt modelId="{B743F2F8-4DF5-4860-B461-2FE645AD2B0A}" type="pres">
      <dgm:prSet presAssocID="{17C6E89B-D740-4AA1-85E4-14573B58DAF7}" presName="hierRoot3" presStyleCnt="0"/>
      <dgm:spPr/>
    </dgm:pt>
    <dgm:pt modelId="{F706BFCA-2E91-4849-A55E-2839C8B2F80D}" type="pres">
      <dgm:prSet presAssocID="{17C6E89B-D740-4AA1-85E4-14573B58DAF7}" presName="composite3" presStyleCnt="0"/>
      <dgm:spPr/>
    </dgm:pt>
    <dgm:pt modelId="{EE786A58-808C-4052-A069-FCC90DFB0F0C}" type="pres">
      <dgm:prSet presAssocID="{17C6E89B-D740-4AA1-85E4-14573B58DAF7}" presName="background3" presStyleLbl="node3" presStyleIdx="2" presStyleCnt="3"/>
      <dgm:spPr/>
    </dgm:pt>
    <dgm:pt modelId="{67C387CB-2440-42AA-B298-9A5D68561115}" type="pres">
      <dgm:prSet presAssocID="{17C6E89B-D740-4AA1-85E4-14573B58DAF7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8DBC774-D082-44F4-AFCF-EBFF0E655277}" type="pres">
      <dgm:prSet presAssocID="{17C6E89B-D740-4AA1-85E4-14573B58DAF7}" presName="hierChild4" presStyleCnt="0"/>
      <dgm:spPr/>
    </dgm:pt>
  </dgm:ptLst>
  <dgm:cxnLst>
    <dgm:cxn modelId="{591011EC-25F6-4002-AC65-22F94341BAE5}" srcId="{249DCB23-9067-4223-934C-041F17608196}" destId="{E5497555-3A16-4565-8ECA-37450E1F854B}" srcOrd="0" destOrd="0" parTransId="{BB394ED2-8C56-4B89-BEC4-7BCA4331C96A}" sibTransId="{4589C966-B2DF-4E96-8CAF-D8BAAA93FEF7}"/>
    <dgm:cxn modelId="{8B8E7E12-3616-496E-A356-D2665E93C4C4}" type="presOf" srcId="{17C6E89B-D740-4AA1-85E4-14573B58DAF7}" destId="{67C387CB-2440-42AA-B298-9A5D68561115}" srcOrd="0" destOrd="0" presId="urn:microsoft.com/office/officeart/2005/8/layout/hierarchy1"/>
    <dgm:cxn modelId="{347745CB-059A-4B88-9EA3-98F6C60F2D2F}" srcId="{E5497555-3A16-4565-8ECA-37450E1F854B}" destId="{00979D90-DDE4-42FD-ABA5-00529258297D}" srcOrd="0" destOrd="0" parTransId="{981DE0F1-D595-47B4-9D35-EDB6A06AAF8B}" sibTransId="{77967DAC-70B1-4D11-8A7D-BE6A7BD551F4}"/>
    <dgm:cxn modelId="{154E6B88-F0D7-4C1C-A198-B7E083DC3E47}" type="presOf" srcId="{E5497555-3A16-4565-8ECA-37450E1F854B}" destId="{8D895057-3976-4ADA-9D25-730C236D4BC7}" srcOrd="0" destOrd="0" presId="urn:microsoft.com/office/officeart/2005/8/layout/hierarchy1"/>
    <dgm:cxn modelId="{9814DB6F-F065-4547-96A6-D2AE4EEDBFE9}" type="presOf" srcId="{00979D90-DDE4-42FD-ABA5-00529258297D}" destId="{4D8D0C84-93F3-48F5-8287-50FD89974ABE}" srcOrd="0" destOrd="0" presId="urn:microsoft.com/office/officeart/2005/8/layout/hierarchy1"/>
    <dgm:cxn modelId="{55DD98AB-B086-4CA0-9AED-977EEDE1C617}" srcId="{00979D90-DDE4-42FD-ABA5-00529258297D}" destId="{E931E1A8-B62C-4B2C-9C89-6FF8728B1D77}" srcOrd="1" destOrd="0" parTransId="{D85B1ABF-0819-42D3-8E5F-3667276A6844}" sibTransId="{5EF24F59-637E-43B3-8C2D-98F472D2D551}"/>
    <dgm:cxn modelId="{853047B9-46B5-4595-92F9-C68626368A89}" type="presOf" srcId="{249DCB23-9067-4223-934C-041F17608196}" destId="{36C69212-2613-4155-8BC3-3F5F3C880115}" srcOrd="0" destOrd="0" presId="urn:microsoft.com/office/officeart/2005/8/layout/hierarchy1"/>
    <dgm:cxn modelId="{5BA35E52-7940-4C56-922F-DB4DBC5E81C7}" srcId="{E5497555-3A16-4565-8ECA-37450E1F854B}" destId="{12E09C1F-AEE0-436E-8006-390E5D088819}" srcOrd="1" destOrd="0" parTransId="{36D67816-A669-4A5C-BC36-F886D8DE9332}" sibTransId="{D88438B9-89E3-4ADE-B831-678A3D4F2751}"/>
    <dgm:cxn modelId="{59D24BA5-0447-44DD-974A-0E57D9C890BE}" type="presOf" srcId="{88067645-92B4-491D-BD28-28A92BF7DF42}" destId="{2065D253-2B03-4F36-B729-4C3CAB6B2973}" srcOrd="0" destOrd="0" presId="urn:microsoft.com/office/officeart/2005/8/layout/hierarchy1"/>
    <dgm:cxn modelId="{DB8A698E-846F-45AC-84CE-CCF56AFFBF88}" type="presOf" srcId="{981DE0F1-D595-47B4-9D35-EDB6A06AAF8B}" destId="{D8879501-B4EB-4D07-B36D-1F1A737C104C}" srcOrd="0" destOrd="0" presId="urn:microsoft.com/office/officeart/2005/8/layout/hierarchy1"/>
    <dgm:cxn modelId="{6B520905-DB0E-4277-A247-0176A351B101}" type="presOf" srcId="{D85B1ABF-0819-42D3-8E5F-3667276A6844}" destId="{10B7A8F5-ACB0-4F73-9956-68B6E8CD15C6}" srcOrd="0" destOrd="0" presId="urn:microsoft.com/office/officeart/2005/8/layout/hierarchy1"/>
    <dgm:cxn modelId="{7EA8EC23-E471-41DF-97E4-537891EAB7DE}" type="presOf" srcId="{E931E1A8-B62C-4B2C-9C89-6FF8728B1D77}" destId="{91DA10BF-45F5-4AC8-807F-664388F384B9}" srcOrd="0" destOrd="0" presId="urn:microsoft.com/office/officeart/2005/8/layout/hierarchy1"/>
    <dgm:cxn modelId="{92050BA9-8338-4B66-A530-8166AF7B7E11}" type="presOf" srcId="{36D67816-A669-4A5C-BC36-F886D8DE9332}" destId="{2F55BC37-2E16-45DC-B682-490F3BEA86C8}" srcOrd="0" destOrd="0" presId="urn:microsoft.com/office/officeart/2005/8/layout/hierarchy1"/>
    <dgm:cxn modelId="{68BD09E0-0674-4BB2-9B0E-62B7BFA13B69}" srcId="{00979D90-DDE4-42FD-ABA5-00529258297D}" destId="{AC76375C-029D-451F-9900-E3C3CF4FC4C1}" srcOrd="0" destOrd="0" parTransId="{06B19259-0079-4621-AEE7-11061E3CAE57}" sibTransId="{CF000790-2A6C-4C51-9FEF-99944929050C}"/>
    <dgm:cxn modelId="{2DBF4665-1847-4BED-8D14-E6900CD40D40}" type="presOf" srcId="{06B19259-0079-4621-AEE7-11061E3CAE57}" destId="{185E410A-467A-4FD2-9711-CD4FABBFB0CE}" srcOrd="0" destOrd="0" presId="urn:microsoft.com/office/officeart/2005/8/layout/hierarchy1"/>
    <dgm:cxn modelId="{959EC0D8-3112-45D3-B6D0-23FC0D6B35E1}" type="presOf" srcId="{12E09C1F-AEE0-436E-8006-390E5D088819}" destId="{8FDF7837-3041-4016-AD14-6D3348873B55}" srcOrd="0" destOrd="0" presId="urn:microsoft.com/office/officeart/2005/8/layout/hierarchy1"/>
    <dgm:cxn modelId="{CD32834C-2BCE-4308-9A18-B6C5BFBEB2CE}" type="presOf" srcId="{AC76375C-029D-451F-9900-E3C3CF4FC4C1}" destId="{4A3183A8-160F-4F84-9A8F-C7D8EF2F33AA}" srcOrd="0" destOrd="0" presId="urn:microsoft.com/office/officeart/2005/8/layout/hierarchy1"/>
    <dgm:cxn modelId="{E62CEEDC-9180-4E2F-A122-BD597CAC125C}" srcId="{12E09C1F-AEE0-436E-8006-390E5D088819}" destId="{17C6E89B-D740-4AA1-85E4-14573B58DAF7}" srcOrd="0" destOrd="0" parTransId="{88067645-92B4-491D-BD28-28A92BF7DF42}" sibTransId="{90F31208-7482-401A-BAF6-713AC2F1AC48}"/>
    <dgm:cxn modelId="{C2E4D776-ADE0-40F9-BA94-5F1F33C64C71}" type="presParOf" srcId="{36C69212-2613-4155-8BC3-3F5F3C880115}" destId="{0DD31600-458C-4DCD-8F41-0CB0CED745BF}" srcOrd="0" destOrd="0" presId="urn:microsoft.com/office/officeart/2005/8/layout/hierarchy1"/>
    <dgm:cxn modelId="{F46A0C50-AF51-46B7-B3F4-9760C99517DA}" type="presParOf" srcId="{0DD31600-458C-4DCD-8F41-0CB0CED745BF}" destId="{26858BF0-EFAA-4DAA-892F-43E3518C97DB}" srcOrd="0" destOrd="0" presId="urn:microsoft.com/office/officeart/2005/8/layout/hierarchy1"/>
    <dgm:cxn modelId="{320125FD-8DBF-4A16-9CD1-8D84815938A0}" type="presParOf" srcId="{26858BF0-EFAA-4DAA-892F-43E3518C97DB}" destId="{3B17201D-B01A-4917-BCD8-1EE08C3D6628}" srcOrd="0" destOrd="0" presId="urn:microsoft.com/office/officeart/2005/8/layout/hierarchy1"/>
    <dgm:cxn modelId="{A19CCF99-4087-4911-ADE9-26B816724952}" type="presParOf" srcId="{26858BF0-EFAA-4DAA-892F-43E3518C97DB}" destId="{8D895057-3976-4ADA-9D25-730C236D4BC7}" srcOrd="1" destOrd="0" presId="urn:microsoft.com/office/officeart/2005/8/layout/hierarchy1"/>
    <dgm:cxn modelId="{2496C2F4-6209-4C8C-9605-95A4EB95BB2F}" type="presParOf" srcId="{0DD31600-458C-4DCD-8F41-0CB0CED745BF}" destId="{519CC900-6B69-475A-8E0E-C2524E3E89BC}" srcOrd="1" destOrd="0" presId="urn:microsoft.com/office/officeart/2005/8/layout/hierarchy1"/>
    <dgm:cxn modelId="{069F985D-8CF2-4207-B0F6-C19C740ABF99}" type="presParOf" srcId="{519CC900-6B69-475A-8E0E-C2524E3E89BC}" destId="{D8879501-B4EB-4D07-B36D-1F1A737C104C}" srcOrd="0" destOrd="0" presId="urn:microsoft.com/office/officeart/2005/8/layout/hierarchy1"/>
    <dgm:cxn modelId="{92E8448F-1831-4C8F-B189-A296E58BCEAA}" type="presParOf" srcId="{519CC900-6B69-475A-8E0E-C2524E3E89BC}" destId="{E32D7727-C653-4A44-B13D-270AE4891869}" srcOrd="1" destOrd="0" presId="urn:microsoft.com/office/officeart/2005/8/layout/hierarchy1"/>
    <dgm:cxn modelId="{17C997BF-08FC-44AC-9BA5-8507151C73CD}" type="presParOf" srcId="{E32D7727-C653-4A44-B13D-270AE4891869}" destId="{4A2F44C8-E0A0-4422-B727-11873743B064}" srcOrd="0" destOrd="0" presId="urn:microsoft.com/office/officeart/2005/8/layout/hierarchy1"/>
    <dgm:cxn modelId="{E3B0FC38-4D54-4DFE-B0EA-299FCDF2F7EA}" type="presParOf" srcId="{4A2F44C8-E0A0-4422-B727-11873743B064}" destId="{14865603-B5DC-4683-B096-90670F7AAACF}" srcOrd="0" destOrd="0" presId="urn:microsoft.com/office/officeart/2005/8/layout/hierarchy1"/>
    <dgm:cxn modelId="{39CEC620-8463-4193-9E60-0CA5C5325237}" type="presParOf" srcId="{4A2F44C8-E0A0-4422-B727-11873743B064}" destId="{4D8D0C84-93F3-48F5-8287-50FD89974ABE}" srcOrd="1" destOrd="0" presId="urn:microsoft.com/office/officeart/2005/8/layout/hierarchy1"/>
    <dgm:cxn modelId="{EA4B2F17-05C5-452A-8F85-DE14D85981D0}" type="presParOf" srcId="{E32D7727-C653-4A44-B13D-270AE4891869}" destId="{B360B1FA-AAB5-4D10-8651-B77747039BF8}" srcOrd="1" destOrd="0" presId="urn:microsoft.com/office/officeart/2005/8/layout/hierarchy1"/>
    <dgm:cxn modelId="{9CFE161E-6375-4019-9764-D577182CF105}" type="presParOf" srcId="{B360B1FA-AAB5-4D10-8651-B77747039BF8}" destId="{185E410A-467A-4FD2-9711-CD4FABBFB0CE}" srcOrd="0" destOrd="0" presId="urn:microsoft.com/office/officeart/2005/8/layout/hierarchy1"/>
    <dgm:cxn modelId="{26DC2A2F-AF66-4242-998C-C6E16457B6E9}" type="presParOf" srcId="{B360B1FA-AAB5-4D10-8651-B77747039BF8}" destId="{EE051E60-A767-47A3-98DB-D830F95626D7}" srcOrd="1" destOrd="0" presId="urn:microsoft.com/office/officeart/2005/8/layout/hierarchy1"/>
    <dgm:cxn modelId="{A046676C-0C08-4A59-8FB0-BB1ECD164D20}" type="presParOf" srcId="{EE051E60-A767-47A3-98DB-D830F95626D7}" destId="{4B650485-1689-4A03-9844-E82A67DDA155}" srcOrd="0" destOrd="0" presId="urn:microsoft.com/office/officeart/2005/8/layout/hierarchy1"/>
    <dgm:cxn modelId="{CD26891F-D101-4314-A924-0B26702D777A}" type="presParOf" srcId="{4B650485-1689-4A03-9844-E82A67DDA155}" destId="{58CDA9D2-4851-4949-96A6-9007706946E1}" srcOrd="0" destOrd="0" presId="urn:microsoft.com/office/officeart/2005/8/layout/hierarchy1"/>
    <dgm:cxn modelId="{3352E24C-B52C-412E-A8B9-1785646845F5}" type="presParOf" srcId="{4B650485-1689-4A03-9844-E82A67DDA155}" destId="{4A3183A8-160F-4F84-9A8F-C7D8EF2F33AA}" srcOrd="1" destOrd="0" presId="urn:microsoft.com/office/officeart/2005/8/layout/hierarchy1"/>
    <dgm:cxn modelId="{AD123C36-57F7-406A-9692-5D1B44AF1C61}" type="presParOf" srcId="{EE051E60-A767-47A3-98DB-D830F95626D7}" destId="{FB01054C-DF14-4CC1-9F93-BAF352F908DA}" srcOrd="1" destOrd="0" presId="urn:microsoft.com/office/officeart/2005/8/layout/hierarchy1"/>
    <dgm:cxn modelId="{94DA2773-7FB5-4B7B-B8FA-F550B5486CAB}" type="presParOf" srcId="{B360B1FA-AAB5-4D10-8651-B77747039BF8}" destId="{10B7A8F5-ACB0-4F73-9956-68B6E8CD15C6}" srcOrd="2" destOrd="0" presId="urn:microsoft.com/office/officeart/2005/8/layout/hierarchy1"/>
    <dgm:cxn modelId="{9FCE71F5-CA42-4969-82A8-D1EE229F014B}" type="presParOf" srcId="{B360B1FA-AAB5-4D10-8651-B77747039BF8}" destId="{676ED046-7A48-4363-83F2-BFADFDCF94AD}" srcOrd="3" destOrd="0" presId="urn:microsoft.com/office/officeart/2005/8/layout/hierarchy1"/>
    <dgm:cxn modelId="{44941249-9969-4BC3-A54B-043924889926}" type="presParOf" srcId="{676ED046-7A48-4363-83F2-BFADFDCF94AD}" destId="{EA20CA71-C9AE-4948-9F6C-960686612AD7}" srcOrd="0" destOrd="0" presId="urn:microsoft.com/office/officeart/2005/8/layout/hierarchy1"/>
    <dgm:cxn modelId="{3AFB6CC8-CE23-4315-81FC-52550171377B}" type="presParOf" srcId="{EA20CA71-C9AE-4948-9F6C-960686612AD7}" destId="{4FCEF5E9-480F-49EF-91D9-AE8AC7E51532}" srcOrd="0" destOrd="0" presId="urn:microsoft.com/office/officeart/2005/8/layout/hierarchy1"/>
    <dgm:cxn modelId="{00DF1E0E-0D07-4A52-8EF7-CDB874E44E4B}" type="presParOf" srcId="{EA20CA71-C9AE-4948-9F6C-960686612AD7}" destId="{91DA10BF-45F5-4AC8-807F-664388F384B9}" srcOrd="1" destOrd="0" presId="urn:microsoft.com/office/officeart/2005/8/layout/hierarchy1"/>
    <dgm:cxn modelId="{1004B953-BD4B-4256-B786-19F8CCF9F10B}" type="presParOf" srcId="{676ED046-7A48-4363-83F2-BFADFDCF94AD}" destId="{6D35AB4A-0452-4684-BB60-EBEC50BD842E}" srcOrd="1" destOrd="0" presId="urn:microsoft.com/office/officeart/2005/8/layout/hierarchy1"/>
    <dgm:cxn modelId="{1841C641-3F0E-418A-A5F6-869393549FF3}" type="presParOf" srcId="{519CC900-6B69-475A-8E0E-C2524E3E89BC}" destId="{2F55BC37-2E16-45DC-B682-490F3BEA86C8}" srcOrd="2" destOrd="0" presId="urn:microsoft.com/office/officeart/2005/8/layout/hierarchy1"/>
    <dgm:cxn modelId="{E9BB7D35-4DC9-48E4-80C0-6E961BA0398D}" type="presParOf" srcId="{519CC900-6B69-475A-8E0E-C2524E3E89BC}" destId="{C7A617E8-67A4-42EA-91A9-D0BD0998A7B3}" srcOrd="3" destOrd="0" presId="urn:microsoft.com/office/officeart/2005/8/layout/hierarchy1"/>
    <dgm:cxn modelId="{7591D6FD-7EF9-40D3-83B9-49651EB1A6CE}" type="presParOf" srcId="{C7A617E8-67A4-42EA-91A9-D0BD0998A7B3}" destId="{5CEAED00-CFB8-43A3-AAC4-3EF27328EFE2}" srcOrd="0" destOrd="0" presId="urn:microsoft.com/office/officeart/2005/8/layout/hierarchy1"/>
    <dgm:cxn modelId="{33F10A52-2E78-4596-90CD-341AC54F7964}" type="presParOf" srcId="{5CEAED00-CFB8-43A3-AAC4-3EF27328EFE2}" destId="{A8F4BB4E-F204-453B-BBA5-890C21D79AF2}" srcOrd="0" destOrd="0" presId="urn:microsoft.com/office/officeart/2005/8/layout/hierarchy1"/>
    <dgm:cxn modelId="{514FB064-EA33-4198-9AAB-F9C4EEB115F8}" type="presParOf" srcId="{5CEAED00-CFB8-43A3-AAC4-3EF27328EFE2}" destId="{8FDF7837-3041-4016-AD14-6D3348873B55}" srcOrd="1" destOrd="0" presId="urn:microsoft.com/office/officeart/2005/8/layout/hierarchy1"/>
    <dgm:cxn modelId="{463B442D-29B9-40C1-A6F5-121914687152}" type="presParOf" srcId="{C7A617E8-67A4-42EA-91A9-D0BD0998A7B3}" destId="{BA6C3F25-5AFB-4417-B1BE-7B59FCF712B7}" srcOrd="1" destOrd="0" presId="urn:microsoft.com/office/officeart/2005/8/layout/hierarchy1"/>
    <dgm:cxn modelId="{B64F57B7-393F-41B3-953C-87E53C669428}" type="presParOf" srcId="{BA6C3F25-5AFB-4417-B1BE-7B59FCF712B7}" destId="{2065D253-2B03-4F36-B729-4C3CAB6B2973}" srcOrd="0" destOrd="0" presId="urn:microsoft.com/office/officeart/2005/8/layout/hierarchy1"/>
    <dgm:cxn modelId="{0026C945-3687-4F31-9769-D9F1867D5B9B}" type="presParOf" srcId="{BA6C3F25-5AFB-4417-B1BE-7B59FCF712B7}" destId="{B743F2F8-4DF5-4860-B461-2FE645AD2B0A}" srcOrd="1" destOrd="0" presId="urn:microsoft.com/office/officeart/2005/8/layout/hierarchy1"/>
    <dgm:cxn modelId="{6A225F7A-6947-4C77-8C3B-972A1998D36E}" type="presParOf" srcId="{B743F2F8-4DF5-4860-B461-2FE645AD2B0A}" destId="{F706BFCA-2E91-4849-A55E-2839C8B2F80D}" srcOrd="0" destOrd="0" presId="urn:microsoft.com/office/officeart/2005/8/layout/hierarchy1"/>
    <dgm:cxn modelId="{DD090B90-FCAC-4058-BBC5-312F1EE7DCF5}" type="presParOf" srcId="{F706BFCA-2E91-4849-A55E-2839C8B2F80D}" destId="{EE786A58-808C-4052-A069-FCC90DFB0F0C}" srcOrd="0" destOrd="0" presId="urn:microsoft.com/office/officeart/2005/8/layout/hierarchy1"/>
    <dgm:cxn modelId="{7963E9E1-980E-49B8-B2A5-8FE927BBB2C6}" type="presParOf" srcId="{F706BFCA-2E91-4849-A55E-2839C8B2F80D}" destId="{67C387CB-2440-42AA-B298-9A5D68561115}" srcOrd="1" destOrd="0" presId="urn:microsoft.com/office/officeart/2005/8/layout/hierarchy1"/>
    <dgm:cxn modelId="{EBE6047B-3406-436C-9093-2015887DF512}" type="presParOf" srcId="{B743F2F8-4DF5-4860-B461-2FE645AD2B0A}" destId="{E8DBC774-D082-44F4-AFCF-EBFF0E6552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5D253-2B03-4F36-B729-4C3CAB6B2973}">
      <dsp:nvSpPr>
        <dsp:cNvPr id="0" name=""/>
        <dsp:cNvSpPr/>
      </dsp:nvSpPr>
      <dsp:spPr>
        <a:xfrm>
          <a:off x="5980412" y="2557765"/>
          <a:ext cx="91440" cy="4764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64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55BC37-2E16-45DC-B682-490F3BEA86C8}">
      <dsp:nvSpPr>
        <dsp:cNvPr id="0" name=""/>
        <dsp:cNvSpPr/>
      </dsp:nvSpPr>
      <dsp:spPr>
        <a:xfrm>
          <a:off x="4524371" y="1040986"/>
          <a:ext cx="1501761" cy="476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699"/>
              </a:lnTo>
              <a:lnTo>
                <a:pt x="1501761" y="324699"/>
              </a:lnTo>
              <a:lnTo>
                <a:pt x="1501761" y="4764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B7A8F5-ACB0-4F73-9956-68B6E8CD15C6}">
      <dsp:nvSpPr>
        <dsp:cNvPr id="0" name=""/>
        <dsp:cNvSpPr/>
      </dsp:nvSpPr>
      <dsp:spPr>
        <a:xfrm>
          <a:off x="3022609" y="2557765"/>
          <a:ext cx="1001174" cy="476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699"/>
              </a:lnTo>
              <a:lnTo>
                <a:pt x="1001174" y="324699"/>
              </a:lnTo>
              <a:lnTo>
                <a:pt x="1001174" y="4764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5E410A-467A-4FD2-9711-CD4FABBFB0CE}">
      <dsp:nvSpPr>
        <dsp:cNvPr id="0" name=""/>
        <dsp:cNvSpPr/>
      </dsp:nvSpPr>
      <dsp:spPr>
        <a:xfrm>
          <a:off x="2021435" y="2557765"/>
          <a:ext cx="1001174" cy="476467"/>
        </a:xfrm>
        <a:custGeom>
          <a:avLst/>
          <a:gdLst/>
          <a:ahLst/>
          <a:cxnLst/>
          <a:rect l="0" t="0" r="0" b="0"/>
          <a:pathLst>
            <a:path>
              <a:moveTo>
                <a:pt x="1001174" y="0"/>
              </a:moveTo>
              <a:lnTo>
                <a:pt x="1001174" y="324699"/>
              </a:lnTo>
              <a:lnTo>
                <a:pt x="0" y="324699"/>
              </a:lnTo>
              <a:lnTo>
                <a:pt x="0" y="4764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79501-B4EB-4D07-B36D-1F1A737C104C}">
      <dsp:nvSpPr>
        <dsp:cNvPr id="0" name=""/>
        <dsp:cNvSpPr/>
      </dsp:nvSpPr>
      <dsp:spPr>
        <a:xfrm>
          <a:off x="3022609" y="1040986"/>
          <a:ext cx="1501761" cy="476467"/>
        </a:xfrm>
        <a:custGeom>
          <a:avLst/>
          <a:gdLst/>
          <a:ahLst/>
          <a:cxnLst/>
          <a:rect l="0" t="0" r="0" b="0"/>
          <a:pathLst>
            <a:path>
              <a:moveTo>
                <a:pt x="1501761" y="0"/>
              </a:moveTo>
              <a:lnTo>
                <a:pt x="1501761" y="324699"/>
              </a:lnTo>
              <a:lnTo>
                <a:pt x="0" y="324699"/>
              </a:lnTo>
              <a:lnTo>
                <a:pt x="0" y="4764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17201D-B01A-4917-BCD8-1EE08C3D6628}">
      <dsp:nvSpPr>
        <dsp:cNvPr id="0" name=""/>
        <dsp:cNvSpPr/>
      </dsp:nvSpPr>
      <dsp:spPr>
        <a:xfrm>
          <a:off x="3705228" y="675"/>
          <a:ext cx="1638285" cy="1040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95057-3976-4ADA-9D25-730C236D4BC7}">
      <dsp:nvSpPr>
        <dsp:cNvPr id="0" name=""/>
        <dsp:cNvSpPr/>
      </dsp:nvSpPr>
      <dsp:spPr>
        <a:xfrm>
          <a:off x="3887260" y="173605"/>
          <a:ext cx="1638285" cy="10403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树根</a:t>
          </a:r>
          <a:r>
            <a:rPr lang="en-US" altLang="zh-CN" sz="2400" kern="1200" dirty="0" smtClean="0"/>
            <a:t>/</a:t>
          </a:r>
          <a:endParaRPr lang="zh-CN" altLang="en-US" sz="2400" kern="1200" dirty="0"/>
        </a:p>
      </dsp:txBody>
      <dsp:txXfrm>
        <a:off x="3917730" y="204075"/>
        <a:ext cx="1577345" cy="979371"/>
      </dsp:txXfrm>
    </dsp:sp>
    <dsp:sp modelId="{14865603-B5DC-4683-B096-90670F7AAACF}">
      <dsp:nvSpPr>
        <dsp:cNvPr id="0" name=""/>
        <dsp:cNvSpPr/>
      </dsp:nvSpPr>
      <dsp:spPr>
        <a:xfrm>
          <a:off x="2203467" y="1517454"/>
          <a:ext cx="1638285" cy="1040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D0C84-93F3-48F5-8287-50FD89974ABE}">
      <dsp:nvSpPr>
        <dsp:cNvPr id="0" name=""/>
        <dsp:cNvSpPr/>
      </dsp:nvSpPr>
      <dsp:spPr>
        <a:xfrm>
          <a:off x="2385499" y="1690384"/>
          <a:ext cx="1638285" cy="10403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树枝</a:t>
          </a:r>
          <a:r>
            <a:rPr lang="en-US" altLang="en-US" sz="2400" kern="1200" dirty="0" smtClean="0">
              <a:ea typeface="宋体" charset="-122"/>
            </a:rPr>
            <a:t>directory</a:t>
          </a:r>
          <a:endParaRPr lang="zh-CN" altLang="en-US" sz="2400" kern="1200" dirty="0"/>
        </a:p>
      </dsp:txBody>
      <dsp:txXfrm>
        <a:off x="2415969" y="1720854"/>
        <a:ext cx="1577345" cy="979371"/>
      </dsp:txXfrm>
    </dsp:sp>
    <dsp:sp modelId="{58CDA9D2-4851-4949-96A6-9007706946E1}">
      <dsp:nvSpPr>
        <dsp:cNvPr id="0" name=""/>
        <dsp:cNvSpPr/>
      </dsp:nvSpPr>
      <dsp:spPr>
        <a:xfrm>
          <a:off x="1202293" y="3034233"/>
          <a:ext cx="1638285" cy="1040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183A8-160F-4F84-9A8F-C7D8EF2F33AA}">
      <dsp:nvSpPr>
        <dsp:cNvPr id="0" name=""/>
        <dsp:cNvSpPr/>
      </dsp:nvSpPr>
      <dsp:spPr>
        <a:xfrm>
          <a:off x="1384324" y="3207163"/>
          <a:ext cx="1638285" cy="10403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叶子</a:t>
          </a:r>
          <a:endParaRPr lang="en-US" altLang="zh-CN" sz="2400" kern="1200" dirty="0" smtClean="0"/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smtClean="0"/>
            <a:t>file</a:t>
          </a:r>
          <a:endParaRPr lang="zh-CN" altLang="en-US" sz="2400" kern="1200" dirty="0"/>
        </a:p>
      </dsp:txBody>
      <dsp:txXfrm>
        <a:off x="1414794" y="3237633"/>
        <a:ext cx="1577345" cy="979371"/>
      </dsp:txXfrm>
    </dsp:sp>
    <dsp:sp modelId="{4FCEF5E9-480F-49EF-91D9-AE8AC7E51532}">
      <dsp:nvSpPr>
        <dsp:cNvPr id="0" name=""/>
        <dsp:cNvSpPr/>
      </dsp:nvSpPr>
      <dsp:spPr>
        <a:xfrm>
          <a:off x="3204641" y="3034233"/>
          <a:ext cx="1638285" cy="1040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A10BF-45F5-4AC8-807F-664388F384B9}">
      <dsp:nvSpPr>
        <dsp:cNvPr id="0" name=""/>
        <dsp:cNvSpPr/>
      </dsp:nvSpPr>
      <dsp:spPr>
        <a:xfrm>
          <a:off x="3386673" y="3207163"/>
          <a:ext cx="1638285" cy="10403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叶子</a:t>
          </a:r>
          <a:endParaRPr lang="en-US" altLang="zh-CN" sz="2400" kern="1200" dirty="0" smtClean="0"/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smtClean="0"/>
            <a:t>file</a:t>
          </a:r>
          <a:endParaRPr lang="zh-CN" altLang="en-US" sz="2400" kern="1200" dirty="0"/>
        </a:p>
      </dsp:txBody>
      <dsp:txXfrm>
        <a:off x="3417143" y="3237633"/>
        <a:ext cx="1577345" cy="979371"/>
      </dsp:txXfrm>
    </dsp:sp>
    <dsp:sp modelId="{A8F4BB4E-F204-453B-BBA5-890C21D79AF2}">
      <dsp:nvSpPr>
        <dsp:cNvPr id="0" name=""/>
        <dsp:cNvSpPr/>
      </dsp:nvSpPr>
      <dsp:spPr>
        <a:xfrm>
          <a:off x="5206990" y="1517454"/>
          <a:ext cx="1638285" cy="1040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F7837-3041-4016-AD14-6D3348873B55}">
      <dsp:nvSpPr>
        <dsp:cNvPr id="0" name=""/>
        <dsp:cNvSpPr/>
      </dsp:nvSpPr>
      <dsp:spPr>
        <a:xfrm>
          <a:off x="5389021" y="1690384"/>
          <a:ext cx="1638285" cy="10403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树枝</a:t>
          </a:r>
          <a:endParaRPr lang="en-US" altLang="zh-CN" sz="2400" kern="1200" dirty="0" smtClean="0"/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kern="1200" dirty="0" smtClean="0">
              <a:ea typeface="宋体" charset="-122"/>
            </a:rPr>
            <a:t>directory</a:t>
          </a:r>
          <a:endParaRPr lang="zh-CN" altLang="en-US" sz="2400" kern="1200" dirty="0"/>
        </a:p>
      </dsp:txBody>
      <dsp:txXfrm>
        <a:off x="5419491" y="1720854"/>
        <a:ext cx="1577345" cy="979371"/>
      </dsp:txXfrm>
    </dsp:sp>
    <dsp:sp modelId="{EE786A58-808C-4052-A069-FCC90DFB0F0C}">
      <dsp:nvSpPr>
        <dsp:cNvPr id="0" name=""/>
        <dsp:cNvSpPr/>
      </dsp:nvSpPr>
      <dsp:spPr>
        <a:xfrm>
          <a:off x="5206990" y="3034233"/>
          <a:ext cx="1638285" cy="1040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387CB-2440-42AA-B298-9A5D68561115}">
      <dsp:nvSpPr>
        <dsp:cNvPr id="0" name=""/>
        <dsp:cNvSpPr/>
      </dsp:nvSpPr>
      <dsp:spPr>
        <a:xfrm>
          <a:off x="5389021" y="3207163"/>
          <a:ext cx="1638285" cy="10403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叶子</a:t>
          </a:r>
          <a:endParaRPr lang="en-US" altLang="zh-CN" sz="2400" kern="1200" dirty="0" smtClean="0"/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smtClean="0"/>
            <a:t>file</a:t>
          </a:r>
          <a:endParaRPr lang="zh-CN" altLang="en-US" sz="2400" kern="1200" dirty="0"/>
        </a:p>
      </dsp:txBody>
      <dsp:txXfrm>
        <a:off x="5419491" y="3237633"/>
        <a:ext cx="1577345" cy="9793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2E97E-C7DF-44DD-9C05-3701349C3EDC}" type="datetimeFigureOut">
              <a:rPr lang="zh-CN" altLang="en-US" smtClean="0"/>
              <a:pPr/>
              <a:t>16/10/31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ECA6-B362-41E9-A86D-E29A7E59E2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62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232248"/>
          </a:xfrm>
        </p:spPr>
        <p:txBody>
          <a:bodyPr/>
          <a:lstStyle/>
          <a:p>
            <a:r>
              <a:rPr lang="en-US" altLang="zh-CN" dirty="0" err="1" smtClean="0"/>
              <a:t>ls</a:t>
            </a:r>
            <a:r>
              <a:rPr lang="zh-CN" altLang="en-US" dirty="0" smtClean="0"/>
              <a:t>：查看目录中内容</a:t>
            </a:r>
            <a:endParaRPr lang="en-US" altLang="zh-CN" dirty="0" smtClean="0"/>
          </a:p>
          <a:p>
            <a:r>
              <a:rPr lang="en-US" altLang="zh-CN" dirty="0" err="1" smtClean="0"/>
              <a:t>pwd</a:t>
            </a:r>
            <a:r>
              <a:rPr lang="zh-CN" altLang="en-US" dirty="0" smtClean="0"/>
              <a:t>：查看当前所在目录</a:t>
            </a:r>
            <a:endParaRPr lang="en-US" altLang="zh-CN" dirty="0" smtClean="0"/>
          </a:p>
          <a:p>
            <a:r>
              <a:rPr lang="en-US" altLang="zh-CN" dirty="0" err="1" smtClean="0"/>
              <a:t>cd</a:t>
            </a:r>
            <a:r>
              <a:rPr lang="zh-CN" altLang="en-US" dirty="0" smtClean="0"/>
              <a:t>：切换目录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入门命令简单介绍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119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命令格式：命令  </a:t>
            </a:r>
            <a:r>
              <a:rPr lang="en-US" altLang="zh-CN" dirty="0" smtClean="0"/>
              <a:t>-</a:t>
            </a:r>
            <a:r>
              <a:rPr lang="zh-CN" altLang="en-US" dirty="0" smtClean="0"/>
              <a:t>选项  参数</a:t>
            </a:r>
            <a:endParaRPr lang="en-US" altLang="zh-CN" dirty="0" smtClean="0"/>
          </a:p>
          <a:p>
            <a:r>
              <a:rPr lang="en-US" altLang="zh-CN" dirty="0" err="1" smtClean="0"/>
              <a:t>ls</a:t>
            </a:r>
            <a:r>
              <a:rPr lang="en-US" altLang="zh-CN" dirty="0" smtClean="0"/>
              <a:t> -la /etc</a:t>
            </a:r>
          </a:p>
          <a:p>
            <a:r>
              <a:rPr lang="zh-CN" altLang="en-US" dirty="0" smtClean="0"/>
              <a:t>说明：当有多个选荐时，可以写在一起。</a:t>
            </a:r>
            <a:endParaRPr lang="en-US" altLang="zh-CN" dirty="0" smtClean="0"/>
          </a:p>
          <a:p>
            <a:r>
              <a:rPr lang="zh-CN" altLang="en-US" dirty="0" smtClean="0"/>
              <a:t>回顾</a:t>
            </a:r>
            <a:endParaRPr lang="en-US" altLang="zh-CN" dirty="0" smtClean="0"/>
          </a:p>
          <a:p>
            <a:r>
              <a:rPr lang="en-US" altLang="zh-CN" dirty="0" smtClean="0"/>
              <a:t>Ping 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命令格式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9983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一个点“</a:t>
            </a:r>
            <a:r>
              <a:rPr lang="en-US" altLang="zh-CN" dirty="0" smtClean="0"/>
              <a:t>.</a:t>
            </a:r>
            <a:r>
              <a:rPr lang="zh-CN" altLang="en-US" dirty="0" smtClean="0"/>
              <a:t>”表示当前目录</a:t>
            </a:r>
            <a:endParaRPr lang="en-US" altLang="zh-CN" dirty="0" smtClean="0"/>
          </a:p>
          <a:p>
            <a:r>
              <a:rPr lang="zh-CN" altLang="en-US" dirty="0" smtClean="0"/>
              <a:t>两个点“</a:t>
            </a:r>
            <a:r>
              <a:rPr lang="en-US" altLang="zh-CN" dirty="0" smtClean="0"/>
              <a:t>..</a:t>
            </a:r>
            <a:r>
              <a:rPr lang="zh-CN" altLang="en-US" dirty="0" smtClean="0"/>
              <a:t>”表示上一级目录</a:t>
            </a:r>
            <a:endParaRPr lang="en-US" altLang="zh-CN" dirty="0" smtClean="0"/>
          </a:p>
          <a:p>
            <a:r>
              <a:rPr lang="en-US" altLang="zh-CN" dirty="0" smtClean="0"/>
              <a:t>/</a:t>
            </a:r>
            <a:r>
              <a:rPr lang="zh-CN" altLang="en-US" dirty="0" smtClean="0"/>
              <a:t>表示根目录</a:t>
            </a:r>
            <a:endParaRPr lang="en-US" altLang="zh-CN" dirty="0" smtClean="0"/>
          </a:p>
          <a:p>
            <a:r>
              <a:rPr lang="en-US" altLang="zh-CN" dirty="0" smtClean="0"/>
              <a:t>~</a:t>
            </a:r>
            <a:r>
              <a:rPr lang="zh-CN" altLang="en-US" dirty="0" smtClean="0"/>
              <a:t>表示环境变量</a:t>
            </a:r>
            <a:r>
              <a:rPr lang="en-US" altLang="zh-CN" dirty="0" smtClean="0"/>
              <a:t>$HOME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常见符号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448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绝对路径：从根目录开始的路径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/root/test/a.txt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相对路径：不从</a:t>
            </a:r>
            <a:r>
              <a:rPr lang="zh-CN" altLang="en-US" smtClean="0"/>
              <a:t>根目录开始，从当前目录开始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test/a.txt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绝对路径和相对路径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162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714488"/>
            <a:ext cx="3532952" cy="473884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文件处理</a:t>
            </a:r>
            <a:endParaRPr lang="en-US" altLang="zh-CN" dirty="0" smtClean="0"/>
          </a:p>
          <a:p>
            <a:r>
              <a:rPr lang="zh-CN" altLang="en-US" dirty="0" smtClean="0"/>
              <a:t>权限管理</a:t>
            </a:r>
            <a:endParaRPr lang="en-US" altLang="zh-CN" dirty="0" smtClean="0"/>
          </a:p>
          <a:p>
            <a:r>
              <a:rPr lang="zh-CN" altLang="en-US" dirty="0" smtClean="0"/>
              <a:t>文件搜索</a:t>
            </a:r>
            <a:endParaRPr lang="en-US" altLang="zh-CN" dirty="0" smtClean="0"/>
          </a:p>
          <a:p>
            <a:r>
              <a:rPr lang="zh-CN" altLang="en-US" dirty="0" smtClean="0"/>
              <a:t>帮助</a:t>
            </a:r>
            <a:endParaRPr lang="en-US" altLang="zh-CN" dirty="0" smtClean="0"/>
          </a:p>
          <a:p>
            <a:r>
              <a:rPr lang="zh-CN" altLang="en-US" dirty="0" smtClean="0"/>
              <a:t>压缩解压</a:t>
            </a:r>
            <a:endParaRPr lang="en-US" altLang="zh-CN" dirty="0" smtClean="0"/>
          </a:p>
          <a:p>
            <a:r>
              <a:rPr lang="zh-CN" altLang="en-US" dirty="0" smtClean="0"/>
              <a:t>网络通信</a:t>
            </a:r>
            <a:endParaRPr lang="en-US" altLang="zh-CN" dirty="0" smtClean="0"/>
          </a:p>
          <a:p>
            <a:r>
              <a:rPr lang="zh-CN" altLang="en-US" dirty="0" smtClean="0"/>
              <a:t>系统关机</a:t>
            </a:r>
            <a:endParaRPr lang="en-US" altLang="zh-CN" dirty="0" smtClean="0"/>
          </a:p>
          <a:p>
            <a:r>
              <a:rPr lang="en-US" altLang="zh-CN" dirty="0" smtClean="0"/>
              <a:t>SHELL</a:t>
            </a:r>
            <a:r>
              <a:rPr lang="zh-CN" altLang="en-US" dirty="0" smtClean="0"/>
              <a:t>应用技巧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7544" y="571480"/>
            <a:ext cx="2890010" cy="1071570"/>
          </a:xfrm>
        </p:spPr>
        <p:txBody>
          <a:bodyPr/>
          <a:lstStyle/>
          <a:p>
            <a:r>
              <a:rPr lang="zh-CN" altLang="en-US" dirty="0" smtClean="0"/>
              <a:t>命令分类</a:t>
            </a:r>
            <a:endParaRPr lang="zh-CN" altLang="en-US" dirty="0"/>
          </a:p>
        </p:txBody>
      </p:sp>
      <p:sp>
        <p:nvSpPr>
          <p:cNvPr id="4" name="内容占位符 1"/>
          <p:cNvSpPr txBox="1">
            <a:spLocks/>
          </p:cNvSpPr>
          <p:nvPr/>
        </p:nvSpPr>
        <p:spPr>
          <a:xfrm>
            <a:off x="5143504" y="1214422"/>
            <a:ext cx="3532952" cy="52389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文件管理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sz="3200" dirty="0" smtClean="0"/>
              <a:t>Vi</a:t>
            </a:r>
            <a:r>
              <a:rPr lang="zh-CN" altLang="en-US" sz="3200" dirty="0" smtClean="0"/>
              <a:t>编辑器</a:t>
            </a:r>
            <a:endParaRPr lang="en-US" altLang="zh-CN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目录管理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200" dirty="0" smtClean="0"/>
              <a:t>用户管理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权限管理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网络管理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进程管理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200" dirty="0" smtClean="0"/>
              <a:t>安装解压</a:t>
            </a:r>
            <a:endParaRPr lang="en-US" altLang="zh-CN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环境部署（真实）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sz="3200" dirty="0" smtClean="0"/>
              <a:t>SHELL</a:t>
            </a:r>
            <a:r>
              <a:rPr lang="zh-CN" altLang="en-US" sz="3200" dirty="0" smtClean="0"/>
              <a:t>编程</a:t>
            </a:r>
            <a:endParaRPr lang="en-US" altLang="zh-CN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综合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5206" y="642918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课程大纲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8440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系统自带</a:t>
            </a:r>
            <a:r>
              <a:rPr lang="en-US" altLang="zh-CN" dirty="0" smtClean="0"/>
              <a:t>man /info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产品说明、</a:t>
            </a:r>
            <a:r>
              <a:rPr lang="en-US" altLang="zh-CN" dirty="0" smtClean="0"/>
              <a:t>HOWTO</a:t>
            </a:r>
            <a:r>
              <a:rPr lang="zh-CN" altLang="en-US" dirty="0" smtClean="0"/>
              <a:t>文档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图形界面帮助系统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网络文档资源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学习</a:t>
            </a:r>
            <a:r>
              <a:rPr lang="en-US" altLang="zh-CN" dirty="0" err="1" smtClean="0"/>
              <a:t>linux</a:t>
            </a:r>
            <a:r>
              <a:rPr lang="en-US" altLang="zh-CN" dirty="0" smtClean="0"/>
              <a:t>(</a:t>
            </a:r>
            <a:r>
              <a:rPr lang="en-US" altLang="zh-CN" dirty="0" smtClean="0">
                <a:solidFill>
                  <a:srgbClr val="FF0000"/>
                </a:solidFill>
              </a:rPr>
              <a:t>L</a:t>
            </a:r>
            <a:r>
              <a:rPr lang="en-US" altLang="zh-CN" dirty="0" smtClean="0"/>
              <a:t>inux </a:t>
            </a:r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/>
              <a:t>s 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dirty="0" smtClean="0"/>
              <a:t>ot </a:t>
            </a:r>
            <a:r>
              <a:rPr lang="en-US" altLang="zh-CN" dirty="0" err="1" smtClean="0">
                <a:solidFill>
                  <a:srgbClr val="FF0000"/>
                </a:solidFill>
              </a:rPr>
              <a:t>U</a:t>
            </a:r>
            <a:r>
              <a:rPr lang="en-US" altLang="zh-CN" dirty="0" err="1" smtClean="0"/>
              <a:t>ni</a:t>
            </a:r>
            <a:r>
              <a:rPr lang="en-US" altLang="zh-CN" dirty="0" err="1" smtClean="0">
                <a:solidFill>
                  <a:srgbClr val="FF0000"/>
                </a:solidFill>
              </a:rPr>
              <a:t>X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109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会了基础，学会如何学习，永远自学的比别人教的多。活到老学到老。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学习能力的锻炼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853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系统以文件目录的方式来组织和管理系统中的所有文件。所谓文件目录就是将所有文件的说明信息采用树型结构组织起来，即我们常说的目录。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68313" y="2205038"/>
          <a:ext cx="8229600" cy="4248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蓝色</a:t>
            </a:r>
            <a:r>
              <a:rPr lang="en-US" altLang="zh-CN" dirty="0" smtClean="0">
                <a:sym typeface="Wingdings" pitchFamily="2" charset="2"/>
              </a:rPr>
              <a:t></a:t>
            </a:r>
            <a:r>
              <a:rPr lang="zh-CN" altLang="en-US" dirty="0" smtClean="0"/>
              <a:t>目录</a:t>
            </a:r>
            <a:endParaRPr lang="en-US" altLang="zh-CN" dirty="0" smtClean="0"/>
          </a:p>
          <a:p>
            <a:r>
              <a:rPr lang="zh-CN" altLang="en-US" dirty="0" smtClean="0"/>
              <a:t>绿色</a:t>
            </a:r>
            <a:r>
              <a:rPr lang="en-US" altLang="zh-CN" dirty="0" smtClean="0">
                <a:sym typeface="Wingdings" pitchFamily="2" charset="2"/>
              </a:rPr>
              <a:t></a:t>
            </a:r>
            <a:r>
              <a:rPr lang="zh-CN" altLang="en-US" dirty="0" smtClean="0">
                <a:sym typeface="Wingdings" pitchFamily="2" charset="2"/>
              </a:rPr>
              <a:t>可执行文件</a:t>
            </a:r>
            <a:endParaRPr lang="en-US" altLang="zh-CN" dirty="0" smtClean="0">
              <a:sym typeface="Wingdings" pitchFamily="2" charset="2"/>
            </a:endParaRPr>
          </a:p>
          <a:p>
            <a:r>
              <a:rPr lang="zh-CN" altLang="en-US" dirty="0" smtClean="0"/>
              <a:t>红色</a:t>
            </a:r>
            <a:r>
              <a:rPr lang="en-US" altLang="zh-CN" dirty="0" smtClean="0">
                <a:sym typeface="Wingdings" pitchFamily="2" charset="2"/>
              </a:rPr>
              <a:t></a:t>
            </a:r>
            <a:r>
              <a:rPr lang="zh-CN" altLang="en-US" dirty="0" smtClean="0">
                <a:sym typeface="Wingdings" pitchFamily="2" charset="2"/>
              </a:rPr>
              <a:t>压缩文件</a:t>
            </a:r>
            <a:endParaRPr lang="en-US" altLang="zh-CN" dirty="0" smtClean="0"/>
          </a:p>
          <a:p>
            <a:r>
              <a:rPr lang="zh-CN" altLang="en-US" dirty="0" smtClean="0"/>
              <a:t>浅蓝色</a:t>
            </a:r>
            <a:r>
              <a:rPr lang="en-US" altLang="zh-CN" dirty="0" smtClean="0">
                <a:sym typeface="Wingdings" pitchFamily="2" charset="2"/>
              </a:rPr>
              <a:t></a:t>
            </a:r>
            <a:r>
              <a:rPr lang="zh-CN" altLang="en-US" dirty="0" smtClean="0">
                <a:sym typeface="Wingdings" pitchFamily="2" charset="2"/>
              </a:rPr>
              <a:t>链接文件</a:t>
            </a:r>
            <a:endParaRPr lang="en-US" altLang="zh-CN" dirty="0" smtClean="0"/>
          </a:p>
          <a:p>
            <a:r>
              <a:rPr lang="zh-CN" altLang="en-US" dirty="0" smtClean="0"/>
              <a:t>灰色</a:t>
            </a:r>
            <a:r>
              <a:rPr lang="en-US" altLang="zh-CN" dirty="0" smtClean="0">
                <a:sym typeface="Wingdings" pitchFamily="2" charset="2"/>
              </a:rPr>
              <a:t></a:t>
            </a:r>
            <a:r>
              <a:rPr lang="zh-CN" altLang="en-US" dirty="0" smtClean="0">
                <a:sym typeface="Wingdings" pitchFamily="2" charset="2"/>
              </a:rPr>
              <a:t>其它文件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目录或文件颜色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主要目录介绍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000240"/>
            <a:ext cx="4643470" cy="43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线形标注 2 5"/>
          <p:cNvSpPr/>
          <p:nvPr/>
        </p:nvSpPr>
        <p:spPr>
          <a:xfrm>
            <a:off x="6858016" y="3357562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6069"/>
              <a:gd name="adj6" fmla="val -2440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可执行文件，如</a:t>
            </a:r>
            <a:r>
              <a:rPr lang="en-US" altLang="zh-CN" dirty="0" err="1" smtClean="0"/>
              <a:t>ls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mv</a:t>
            </a:r>
            <a:r>
              <a:rPr lang="zh-CN" altLang="en-US" dirty="0" smtClean="0"/>
              <a:t>等</a:t>
            </a:r>
            <a:endParaRPr lang="zh-CN" altLang="en-US" dirty="0"/>
          </a:p>
        </p:txBody>
      </p:sp>
      <p:sp>
        <p:nvSpPr>
          <p:cNvPr id="7" name="线形标注 2 6"/>
          <p:cNvSpPr/>
          <p:nvPr/>
        </p:nvSpPr>
        <p:spPr>
          <a:xfrm>
            <a:off x="7000892" y="3357562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4641"/>
              <a:gd name="adj6" fmla="val -2579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内核以及开关机相关文件</a:t>
            </a:r>
            <a:endParaRPr lang="zh-CN" altLang="en-US" dirty="0"/>
          </a:p>
        </p:txBody>
      </p:sp>
      <p:sp>
        <p:nvSpPr>
          <p:cNvPr id="8" name="线形标注 2 7"/>
          <p:cNvSpPr/>
          <p:nvPr/>
        </p:nvSpPr>
        <p:spPr>
          <a:xfrm>
            <a:off x="7153292" y="3509962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3213"/>
              <a:gd name="adj6" fmla="val -2649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与设备相关</a:t>
            </a:r>
            <a:endParaRPr lang="zh-CN" altLang="en-US" dirty="0"/>
          </a:p>
        </p:txBody>
      </p:sp>
      <p:sp>
        <p:nvSpPr>
          <p:cNvPr id="9" name="线形标注 2 8"/>
          <p:cNvSpPr/>
          <p:nvPr/>
        </p:nvSpPr>
        <p:spPr>
          <a:xfrm>
            <a:off x="7305692" y="3662362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1785"/>
              <a:gd name="adj6" fmla="val -2753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与系统配置相关</a:t>
            </a:r>
            <a:endParaRPr lang="zh-CN" altLang="en-US" dirty="0"/>
          </a:p>
        </p:txBody>
      </p:sp>
      <p:sp>
        <p:nvSpPr>
          <p:cNvPr id="10" name="线形标注 2 9"/>
          <p:cNvSpPr/>
          <p:nvPr/>
        </p:nvSpPr>
        <p:spPr>
          <a:xfrm>
            <a:off x="7458092" y="3814762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0356"/>
              <a:gd name="adj6" fmla="val -2866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普通用户家目录</a:t>
            </a:r>
            <a:endParaRPr lang="zh-CN" altLang="en-US" dirty="0"/>
          </a:p>
        </p:txBody>
      </p:sp>
      <p:sp>
        <p:nvSpPr>
          <p:cNvPr id="11" name="线形标注 2 10"/>
          <p:cNvSpPr/>
          <p:nvPr/>
        </p:nvSpPr>
        <p:spPr>
          <a:xfrm>
            <a:off x="7143768" y="4000504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357"/>
              <a:gd name="adj6" fmla="val -2649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函数库</a:t>
            </a:r>
            <a:endParaRPr lang="zh-CN" altLang="en-US" dirty="0"/>
          </a:p>
        </p:txBody>
      </p:sp>
      <p:sp>
        <p:nvSpPr>
          <p:cNvPr id="12" name="线形标注 2 11"/>
          <p:cNvSpPr/>
          <p:nvPr/>
        </p:nvSpPr>
        <p:spPr>
          <a:xfrm>
            <a:off x="7215206" y="3071810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43927"/>
              <a:gd name="adj6" fmla="val -2701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软盘或光盘挂载点</a:t>
            </a:r>
            <a:endParaRPr lang="zh-CN" altLang="en-US" dirty="0"/>
          </a:p>
        </p:txBody>
      </p:sp>
      <p:sp>
        <p:nvSpPr>
          <p:cNvPr id="13" name="线形标注 2 12"/>
          <p:cNvSpPr/>
          <p:nvPr/>
        </p:nvSpPr>
        <p:spPr>
          <a:xfrm>
            <a:off x="7367606" y="3224210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75355"/>
              <a:gd name="adj6" fmla="val -2779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系统内核映像</a:t>
            </a:r>
            <a:endParaRPr lang="zh-CN" altLang="en-US" dirty="0"/>
          </a:p>
        </p:txBody>
      </p:sp>
      <p:sp>
        <p:nvSpPr>
          <p:cNvPr id="14" name="线形标注 2 13"/>
          <p:cNvSpPr/>
          <p:nvPr/>
        </p:nvSpPr>
        <p:spPr>
          <a:xfrm>
            <a:off x="7500926" y="3429000"/>
            <a:ext cx="1643074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15355"/>
              <a:gd name="adj6" fmla="val -2884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超级用户可执行文件</a:t>
            </a:r>
            <a:endParaRPr lang="zh-CN" altLang="en-US" dirty="0"/>
          </a:p>
        </p:txBody>
      </p:sp>
      <p:sp>
        <p:nvSpPr>
          <p:cNvPr id="15" name="线形标注 2 14"/>
          <p:cNvSpPr/>
          <p:nvPr/>
        </p:nvSpPr>
        <p:spPr>
          <a:xfrm>
            <a:off x="7500926" y="3714752"/>
            <a:ext cx="1428792" cy="500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21069"/>
              <a:gd name="adj6" fmla="val -3294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临时文件</a:t>
            </a:r>
            <a:endParaRPr lang="zh-CN" altLang="en-US" dirty="0"/>
          </a:p>
        </p:txBody>
      </p:sp>
      <p:sp>
        <p:nvSpPr>
          <p:cNvPr id="16" name="线形标注 2 15"/>
          <p:cNvSpPr/>
          <p:nvPr/>
        </p:nvSpPr>
        <p:spPr>
          <a:xfrm>
            <a:off x="6643702" y="2714620"/>
            <a:ext cx="2214610" cy="121444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9893"/>
              <a:gd name="adj6" fmla="val -1765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系统信息，类似</a:t>
            </a:r>
            <a:r>
              <a:rPr lang="en-US" dirty="0" smtClean="0"/>
              <a:t>Windows </a:t>
            </a:r>
            <a:r>
              <a:rPr lang="zh-CN" altLang="en-US" dirty="0" smtClean="0"/>
              <a:t>底下的</a:t>
            </a:r>
            <a:r>
              <a:rPr lang="en-US" altLang="zh-CN" dirty="0" smtClean="0"/>
              <a:t>『</a:t>
            </a:r>
            <a:r>
              <a:rPr lang="en-US" dirty="0" smtClean="0"/>
              <a:t>Program Files』</a:t>
            </a:r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18" name="线形标注 2 17"/>
          <p:cNvSpPr/>
          <p:nvPr/>
        </p:nvSpPr>
        <p:spPr>
          <a:xfrm>
            <a:off x="6572264" y="2786058"/>
            <a:ext cx="2214610" cy="121444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59893"/>
              <a:gd name="adj6" fmla="val -1823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登录日志、暂存盘、未读邮件等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mkdir</a:t>
            </a:r>
            <a:endParaRPr lang="en-US" altLang="zh-CN" dirty="0" smtClean="0"/>
          </a:p>
          <a:p>
            <a:r>
              <a:rPr lang="en-US" altLang="zh-CN" dirty="0" err="1" smtClean="0"/>
              <a:t>cd</a:t>
            </a:r>
            <a:endParaRPr lang="en-US" altLang="zh-CN" dirty="0" smtClean="0"/>
          </a:p>
          <a:p>
            <a:r>
              <a:rPr lang="en-US" altLang="zh-CN" dirty="0" smtClean="0"/>
              <a:t>tar</a:t>
            </a:r>
          </a:p>
          <a:p>
            <a:r>
              <a:rPr lang="en-US" altLang="zh-CN" dirty="0" smtClean="0"/>
              <a:t>zip</a:t>
            </a:r>
          </a:p>
          <a:p>
            <a:r>
              <a:rPr lang="en-US" altLang="zh-CN" dirty="0" smtClean="0"/>
              <a:t>unzip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功能：创建目录</a:t>
            </a:r>
            <a:endParaRPr lang="en-US" altLang="zh-CN" dirty="0" smtClean="0"/>
          </a:p>
          <a:p>
            <a:r>
              <a:rPr lang="zh-CN" altLang="en-US" dirty="0" smtClean="0"/>
              <a:t>语法：</a:t>
            </a:r>
            <a:r>
              <a:rPr lang="en-US" altLang="zh-CN" dirty="0" err="1" smtClean="0"/>
              <a:t>mkdir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</a:t>
            </a:r>
            <a:r>
              <a:rPr lang="zh-CN" altLang="en-US" dirty="0" smtClean="0"/>
              <a:t>目录名</a:t>
            </a:r>
            <a:endParaRPr lang="en-US" altLang="zh-CN" dirty="0" smtClean="0"/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m</a:t>
            </a:r>
            <a:r>
              <a:rPr lang="zh-CN" altLang="en-US" dirty="0" smtClean="0"/>
              <a:t>：设定权限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模式</a:t>
            </a:r>
            <a:r>
              <a:rPr lang="en-US" altLang="zh-CN" dirty="0" smtClean="0"/>
              <a:t>&gt; (</a:t>
            </a:r>
            <a:r>
              <a:rPr lang="zh-CN" altLang="en-US" dirty="0" smtClean="0"/>
              <a:t>类似 </a:t>
            </a:r>
            <a:r>
              <a:rPr lang="en-US" altLang="zh-CN" dirty="0" err="1" smtClean="0"/>
              <a:t>chmod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，而不    是 </a:t>
            </a:r>
            <a:r>
              <a:rPr lang="en-US" altLang="zh-CN" dirty="0" err="1" smtClean="0"/>
              <a:t>rwxrwxrwx</a:t>
            </a:r>
            <a:r>
              <a:rPr lang="en-US" altLang="zh-CN" dirty="0" smtClean="0"/>
              <a:t> </a:t>
            </a:r>
            <a:r>
              <a:rPr lang="zh-CN" altLang="en-US" dirty="0" smtClean="0"/>
              <a:t>减 </a:t>
            </a:r>
            <a:r>
              <a:rPr lang="en-US" altLang="zh-CN" dirty="0" err="1" smtClean="0"/>
              <a:t>umask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 p</a:t>
            </a:r>
            <a:r>
              <a:rPr lang="zh-CN" altLang="en-US" dirty="0" smtClean="0"/>
              <a:t>：递归创建多层次目录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mkdir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新建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mkdir</a:t>
            </a:r>
            <a:r>
              <a:rPr lang="en-US" altLang="zh-CN" dirty="0" smtClean="0">
                <a:solidFill>
                  <a:srgbClr val="FF0000"/>
                </a:solidFill>
              </a:rPr>
              <a:t> test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新建多层</a:t>
            </a:r>
            <a:r>
              <a:rPr lang="en-US" altLang="zh-CN" dirty="0" smtClean="0"/>
              <a:t>test1/test2/test3/test4</a:t>
            </a:r>
            <a:r>
              <a:rPr lang="zh-CN" altLang="en-US" dirty="0" smtClean="0"/>
              <a:t>目录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mkdir</a:t>
            </a:r>
            <a:r>
              <a:rPr lang="en-US" altLang="zh-CN" dirty="0" smtClean="0">
                <a:solidFill>
                  <a:srgbClr val="FF0000"/>
                </a:solidFill>
              </a:rPr>
              <a:t> -p test1/test2/test3/test4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建立权限为</a:t>
            </a:r>
            <a:r>
              <a:rPr lang="en-US" altLang="zh-CN" dirty="0" smtClean="0"/>
              <a:t>711</a:t>
            </a:r>
            <a:r>
              <a:rPr lang="zh-CN" altLang="en-US" dirty="0" smtClean="0"/>
              <a:t>的目录</a:t>
            </a:r>
            <a:r>
              <a:rPr lang="en-US" altLang="zh-CN" dirty="0" smtClean="0"/>
              <a:t>test5</a:t>
            </a:r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mkdir</a:t>
            </a:r>
            <a:r>
              <a:rPr lang="en-US" altLang="zh-CN" dirty="0" smtClean="0">
                <a:solidFill>
                  <a:srgbClr val="FF0000"/>
                </a:solidFill>
              </a:rPr>
              <a:t> -m 711 test5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1295574"/>
          </a:xfrm>
        </p:spPr>
        <p:txBody>
          <a:bodyPr/>
          <a:lstStyle/>
          <a:p>
            <a:r>
              <a:rPr lang="zh-CN" altLang="en-US" dirty="0" smtClean="0"/>
              <a:t>功能：目录切换</a:t>
            </a:r>
            <a:endParaRPr lang="en-US" altLang="zh-CN" dirty="0" smtClean="0"/>
          </a:p>
          <a:p>
            <a:r>
              <a:rPr lang="zh-CN" altLang="en-US" dirty="0" smtClean="0"/>
              <a:t>语法：</a:t>
            </a:r>
            <a:r>
              <a:rPr lang="en-US" altLang="zh-CN" dirty="0" err="1" smtClean="0"/>
              <a:t>cd</a:t>
            </a:r>
            <a:r>
              <a:rPr lang="en-US" altLang="zh-CN" dirty="0" smtClean="0"/>
              <a:t> [</a:t>
            </a:r>
            <a:r>
              <a:rPr lang="zh-CN" altLang="en-US" dirty="0" smtClean="0"/>
              <a:t>目录名</a:t>
            </a:r>
            <a:r>
              <a:rPr lang="en-US" altLang="zh-CN" dirty="0" smtClean="0"/>
              <a:t>]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cd</a:t>
            </a:r>
            <a:endParaRPr lang="zh-CN" altLang="en-US" dirty="0"/>
          </a:p>
        </p:txBody>
      </p:sp>
      <p:pic>
        <p:nvPicPr>
          <p:cNvPr id="4" name="Picture 2" descr="C:\Users\dehom\Desktop\图片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857496"/>
            <a:ext cx="72040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000240"/>
            <a:ext cx="8390736" cy="4453096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dirty="0" smtClean="0"/>
              <a:t>功能：压缩、解压缩，支持的格式为</a:t>
            </a:r>
            <a:r>
              <a:rPr lang="en-US" altLang="zh-CN" dirty="0" smtClean="0"/>
              <a:t>tar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gz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bz2</a:t>
            </a:r>
          </a:p>
          <a:p>
            <a:r>
              <a:rPr lang="zh-CN" altLang="en-US" dirty="0" smtClean="0"/>
              <a:t>用法：</a:t>
            </a:r>
            <a:r>
              <a:rPr lang="en-US" altLang="zh-CN" dirty="0" smtClean="0"/>
              <a:t> tar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&lt;</a:t>
            </a:r>
            <a:r>
              <a:rPr lang="zh-CN" altLang="en-US" dirty="0" smtClean="0"/>
              <a:t>归档文件</a:t>
            </a:r>
            <a:r>
              <a:rPr lang="en-US" altLang="zh-CN" dirty="0" smtClean="0"/>
              <a:t>&gt; [</a:t>
            </a:r>
            <a:r>
              <a:rPr lang="zh-CN" altLang="en-US" dirty="0" smtClean="0"/>
              <a:t>未打包文件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smtClean="0"/>
              <a:t>     -z  </a:t>
            </a:r>
            <a:r>
              <a:rPr lang="zh-CN" altLang="en-US" dirty="0" smtClean="0"/>
              <a:t>：是否同时具有 </a:t>
            </a:r>
            <a:r>
              <a:rPr lang="en-US" altLang="zh-CN" dirty="0" err="1" smtClean="0"/>
              <a:t>gzip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的属性？  </a:t>
            </a:r>
            <a:br>
              <a:rPr lang="zh-CN" altLang="en-US" dirty="0" smtClean="0"/>
            </a:br>
            <a:r>
              <a:rPr lang="en-US" altLang="zh-CN" dirty="0" smtClean="0"/>
              <a:t>-x  </a:t>
            </a:r>
            <a:r>
              <a:rPr lang="zh-CN" altLang="en-US" dirty="0" smtClean="0"/>
              <a:t>：解开一个压缩档案的参数指令！  </a:t>
            </a:r>
            <a:br>
              <a:rPr lang="zh-CN" altLang="en-US" dirty="0" smtClean="0"/>
            </a:br>
            <a:r>
              <a:rPr lang="en-US" altLang="zh-CN" dirty="0" smtClean="0"/>
              <a:t>-t  </a:t>
            </a:r>
            <a:r>
              <a:rPr lang="zh-CN" altLang="en-US" dirty="0" smtClean="0"/>
              <a:t>：查看 </a:t>
            </a:r>
            <a:r>
              <a:rPr lang="en-US" altLang="zh-CN" dirty="0" err="1" smtClean="0"/>
              <a:t>tarfile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里面的档案！ </a:t>
            </a:r>
            <a:br>
              <a:rPr lang="zh-CN" altLang="en-US" dirty="0" smtClean="0"/>
            </a:br>
            <a:r>
              <a:rPr lang="en-US" altLang="zh-CN" dirty="0" smtClean="0"/>
              <a:t>-c  </a:t>
            </a:r>
            <a:r>
              <a:rPr lang="zh-CN" altLang="en-US" dirty="0" smtClean="0"/>
              <a:t>：建立一个压缩档案的参数指令  </a:t>
            </a:r>
            <a:br>
              <a:rPr lang="zh-CN" altLang="en-US" dirty="0" smtClean="0"/>
            </a:br>
            <a:r>
              <a:rPr lang="en-US" altLang="zh-CN" dirty="0" smtClean="0"/>
              <a:t>-v  </a:t>
            </a:r>
            <a:r>
              <a:rPr lang="zh-CN" altLang="en-US" dirty="0" smtClean="0"/>
              <a:t>：压缩的过程中显示档案！  </a:t>
            </a:r>
            <a:br>
              <a:rPr lang="zh-CN" altLang="en-US" dirty="0" smtClean="0"/>
            </a:br>
            <a:r>
              <a:rPr lang="en-US" altLang="zh-CN" dirty="0" smtClean="0"/>
              <a:t>-f  </a:t>
            </a:r>
            <a:r>
              <a:rPr lang="zh-CN" altLang="en-US" dirty="0" smtClean="0"/>
              <a:t>：使用档名，请留意，在 </a:t>
            </a:r>
            <a:r>
              <a:rPr lang="en-US" altLang="zh-CN" dirty="0" smtClean="0"/>
              <a:t>f </a:t>
            </a:r>
            <a:r>
              <a:rPr lang="zh-CN" altLang="en-US" dirty="0" smtClean="0"/>
              <a:t>之后要立即接档名喔！不要再加参数！ </a:t>
            </a:r>
            <a:br>
              <a:rPr lang="zh-CN" altLang="en-US" dirty="0" smtClean="0"/>
            </a:br>
            <a:r>
              <a:rPr lang="zh-CN" altLang="en-US" dirty="0" smtClean="0"/>
              <a:t>　　　例如使用</a:t>
            </a:r>
            <a:r>
              <a:rPr lang="en-US" altLang="zh-CN" dirty="0" smtClean="0"/>
              <a:t>『 tar -</a:t>
            </a:r>
            <a:r>
              <a:rPr lang="en-US" altLang="zh-CN" dirty="0" err="1" smtClean="0"/>
              <a:t>zcvfP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tfile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sfile</a:t>
            </a:r>
            <a:r>
              <a:rPr lang="en-US" altLang="zh-CN" dirty="0" smtClean="0"/>
              <a:t>』</a:t>
            </a:r>
            <a:r>
              <a:rPr lang="zh-CN" altLang="en-US" dirty="0" smtClean="0"/>
              <a:t>就是错误的写法，要写成 </a:t>
            </a:r>
            <a:br>
              <a:rPr lang="zh-CN" altLang="en-US" dirty="0" smtClean="0"/>
            </a:br>
            <a:r>
              <a:rPr lang="zh-CN" altLang="en-US" dirty="0" smtClean="0"/>
              <a:t>　　　</a:t>
            </a:r>
            <a:r>
              <a:rPr lang="en-US" altLang="zh-CN" dirty="0" smtClean="0"/>
              <a:t>『 tar -</a:t>
            </a:r>
            <a:r>
              <a:rPr lang="en-US" altLang="zh-CN" dirty="0" err="1" smtClean="0"/>
              <a:t>zcvPf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tfile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sfile</a:t>
            </a:r>
            <a:r>
              <a:rPr lang="en-US" altLang="zh-CN" dirty="0" smtClean="0"/>
              <a:t>』</a:t>
            </a:r>
            <a:r>
              <a:rPr lang="zh-CN" altLang="en-US" dirty="0" smtClean="0"/>
              <a:t>才对喔！ </a:t>
            </a:r>
            <a:br>
              <a:rPr lang="zh-CN" altLang="en-US" dirty="0" smtClean="0"/>
            </a:br>
            <a:r>
              <a:rPr lang="en-US" altLang="zh-CN" dirty="0" smtClean="0"/>
              <a:t>-p  </a:t>
            </a:r>
            <a:r>
              <a:rPr lang="zh-CN" altLang="en-US" dirty="0" smtClean="0"/>
              <a:t>：使用原档案的原来属性（属性不会依据使用者而变）  </a:t>
            </a:r>
            <a:br>
              <a:rPr lang="zh-CN" altLang="en-US" dirty="0" smtClean="0"/>
            </a:br>
            <a:r>
              <a:rPr lang="en-US" altLang="zh-CN" dirty="0" smtClean="0"/>
              <a:t>-P  </a:t>
            </a:r>
            <a:r>
              <a:rPr lang="zh-CN" altLang="en-US" dirty="0" smtClean="0"/>
              <a:t>：可以使用绝对路径  </a:t>
            </a:r>
            <a:br>
              <a:rPr lang="zh-CN" altLang="en-US" dirty="0" smtClean="0"/>
            </a:br>
            <a:r>
              <a:rPr lang="en-US" altLang="zh-CN" dirty="0" smtClean="0"/>
              <a:t>-N  </a:t>
            </a:r>
            <a:r>
              <a:rPr lang="zh-CN" altLang="en-US" dirty="0" smtClean="0"/>
              <a:t>：比后面接的日期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yyyy</a:t>
            </a:r>
            <a:r>
              <a:rPr lang="en-US" altLang="zh-CN" dirty="0" smtClean="0"/>
              <a:t>/mm/</a:t>
            </a:r>
            <a:r>
              <a:rPr lang="en-US" altLang="zh-CN" dirty="0" err="1" smtClean="0"/>
              <a:t>dd</a:t>
            </a:r>
            <a:r>
              <a:rPr lang="en-US" altLang="zh-CN" dirty="0" smtClean="0"/>
              <a:t>)</a:t>
            </a:r>
            <a:r>
              <a:rPr lang="zh-CN" altLang="en-US" dirty="0" smtClean="0"/>
              <a:t>还要新的才会被打包进新建的档案中！  </a:t>
            </a:r>
            <a:br>
              <a:rPr lang="zh-CN" altLang="en-US" dirty="0" smtClean="0"/>
            </a:br>
            <a:r>
              <a:rPr lang="en-US" altLang="zh-CN" dirty="0" smtClean="0"/>
              <a:t>--exclude FILE</a:t>
            </a:r>
            <a:r>
              <a:rPr lang="zh-CN" altLang="en-US" dirty="0" smtClean="0"/>
              <a:t>：在压缩的过程中，不要将 </a:t>
            </a:r>
            <a:r>
              <a:rPr lang="en-US" altLang="zh-CN" dirty="0" smtClean="0"/>
              <a:t>FILE </a:t>
            </a:r>
            <a:r>
              <a:rPr lang="zh-CN" altLang="en-US" dirty="0" smtClean="0"/>
              <a:t>打包！ 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tar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目录压缩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cvf</a:t>
            </a:r>
            <a:r>
              <a:rPr lang="en-US" altLang="zh-CN" dirty="0" smtClean="0">
                <a:solidFill>
                  <a:srgbClr val="FF0000"/>
                </a:solidFill>
              </a:rPr>
              <a:t> test.tar test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将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目录压缩为</a:t>
            </a:r>
            <a:r>
              <a:rPr lang="en-US" altLang="zh-CN" dirty="0" err="1" smtClean="0"/>
              <a:t>gzip</a:t>
            </a:r>
            <a:r>
              <a:rPr lang="zh-CN" altLang="en-US" dirty="0" smtClean="0"/>
              <a:t>包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zcvf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test.tar.gz</a:t>
            </a:r>
            <a:r>
              <a:rPr lang="en-US" altLang="zh-CN" dirty="0" smtClean="0">
                <a:solidFill>
                  <a:srgbClr val="FF0000"/>
                </a:solidFill>
              </a:rPr>
              <a:t> test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</a:t>
            </a:r>
            <a:r>
              <a:rPr lang="en-US" altLang="zh-CN" dirty="0" smtClean="0"/>
              <a:t>test.tar</a:t>
            </a:r>
            <a:r>
              <a:rPr lang="zh-CN" altLang="en-US" dirty="0" smtClean="0"/>
              <a:t>解压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xvf</a:t>
            </a:r>
            <a:r>
              <a:rPr lang="en-US" altLang="zh-CN" dirty="0" smtClean="0">
                <a:solidFill>
                  <a:srgbClr val="FF0000"/>
                </a:solidFill>
              </a:rPr>
              <a:t> test.tar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对</a:t>
            </a:r>
            <a:r>
              <a:rPr lang="en-US" altLang="zh-CN" dirty="0" err="1" smtClean="0"/>
              <a:t>test.tar.gz</a:t>
            </a:r>
            <a:r>
              <a:rPr lang="zh-CN" altLang="en-US" dirty="0" smtClean="0"/>
              <a:t>解压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zxvf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test.tar.gz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压缩：</a:t>
            </a:r>
            <a:r>
              <a:rPr lang="en-US" altLang="zh-CN" dirty="0" smtClean="0"/>
              <a:t>zip -r </a:t>
            </a:r>
            <a:r>
              <a:rPr lang="zh-CN" altLang="en-US" dirty="0" smtClean="0"/>
              <a:t>文件名</a:t>
            </a:r>
            <a:r>
              <a:rPr lang="en-US" altLang="zh-CN" dirty="0" smtClean="0"/>
              <a:t>.zip </a:t>
            </a:r>
            <a:r>
              <a:rPr lang="zh-CN" altLang="en-US" dirty="0" smtClean="0"/>
              <a:t>未打包文件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解压：</a:t>
            </a:r>
            <a:r>
              <a:rPr lang="en-US" altLang="zh-CN" dirty="0" smtClean="0"/>
              <a:t>unzip </a:t>
            </a:r>
            <a:r>
              <a:rPr lang="zh-CN" altLang="en-US" dirty="0" smtClean="0"/>
              <a:t>文件名</a:t>
            </a:r>
            <a:r>
              <a:rPr lang="en-US" altLang="zh-CN" dirty="0" smtClean="0"/>
              <a:t>.zip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应用场景，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下文件夹如果直接通过</a:t>
            </a:r>
            <a:r>
              <a:rPr lang="en-US" altLang="zh-CN" dirty="0" err="1" smtClean="0"/>
              <a:t>ssh</a:t>
            </a:r>
            <a:r>
              <a:rPr lang="zh-CN" altLang="en-US" dirty="0" smtClean="0"/>
              <a:t>或直接复制方式将会改变文件夹中文件的属性；在复制之前将文件夹整体</a:t>
            </a:r>
            <a:r>
              <a:rPr lang="en-US" altLang="zh-CN" dirty="0" smtClean="0"/>
              <a:t>zip;</a:t>
            </a:r>
            <a:r>
              <a:rPr lang="zh-CN" altLang="en-US" dirty="0" smtClean="0"/>
              <a:t>将</a:t>
            </a:r>
            <a:r>
              <a:rPr lang="en-US" altLang="zh-CN" dirty="0" smtClean="0"/>
              <a:t>zip</a:t>
            </a:r>
            <a:r>
              <a:rPr lang="zh-CN" altLang="en-US" dirty="0" smtClean="0"/>
              <a:t>文件复制出来，需要时再做</a:t>
            </a:r>
            <a:r>
              <a:rPr lang="en-US" altLang="zh-CN" dirty="0" smtClean="0"/>
              <a:t>unzip;</a:t>
            </a:r>
            <a:r>
              <a:rPr lang="zh-CN" altLang="en-US" dirty="0" smtClean="0"/>
              <a:t>不会改变文件的属性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zip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unzip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用户连接到教师服务器上</a:t>
            </a:r>
            <a:endParaRPr lang="en-US" altLang="zh-CN" dirty="0" smtClean="0"/>
          </a:p>
          <a:p>
            <a:r>
              <a:rPr lang="zh-CN" altLang="en-US" dirty="0" smtClean="0"/>
              <a:t>新建一个以自己名字命名的目录</a:t>
            </a:r>
            <a:endParaRPr lang="en-US" altLang="zh-CN" dirty="0" smtClean="0"/>
          </a:p>
          <a:p>
            <a:r>
              <a:rPr lang="zh-CN" altLang="en-US" dirty="0" smtClean="0"/>
              <a:t>切换到自己的目录</a:t>
            </a:r>
            <a:endParaRPr lang="en-US" altLang="zh-CN" dirty="0" smtClean="0"/>
          </a:p>
          <a:p>
            <a:r>
              <a:rPr lang="zh-CN" altLang="en-US" dirty="0" smtClean="0"/>
              <a:t>切换到上次进入的目录</a:t>
            </a:r>
            <a:endParaRPr lang="en-US" altLang="zh-CN" dirty="0" smtClean="0"/>
          </a:p>
          <a:p>
            <a:r>
              <a:rPr lang="zh-CN" altLang="en-US" dirty="0" smtClean="0"/>
              <a:t>切换到家目录</a:t>
            </a:r>
            <a:endParaRPr lang="en-US" altLang="zh-CN" dirty="0" smtClean="0"/>
          </a:p>
          <a:p>
            <a:r>
              <a:rPr lang="zh-CN" altLang="en-US" dirty="0" smtClean="0"/>
              <a:t>将自己的目录压缩为</a:t>
            </a:r>
            <a:r>
              <a:rPr lang="en-US" altLang="zh-CN" dirty="0" err="1" smtClean="0"/>
              <a:t>gz</a:t>
            </a:r>
            <a:r>
              <a:rPr lang="zh-CN" altLang="en-US" dirty="0" smtClean="0"/>
              <a:t>格式的压缩包</a:t>
            </a:r>
            <a:endParaRPr lang="en-US" altLang="zh-CN" dirty="0" smtClean="0"/>
          </a:p>
          <a:p>
            <a:r>
              <a:rPr lang="zh-CN" altLang="en-US" dirty="0" smtClean="0"/>
              <a:t>解压自己的</a:t>
            </a:r>
            <a:r>
              <a:rPr lang="en-US" altLang="zh-CN" dirty="0" err="1" smtClean="0"/>
              <a:t>gz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课件模版2015-10-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课件模版2015-10-26</Template>
  <TotalTime>1551</TotalTime>
  <Words>539</Words>
  <Application>Microsoft Macintosh PowerPoint</Application>
  <PresentationFormat>全屏显示(4:3)</PresentationFormat>
  <Paragraphs>136</Paragraphs>
  <Slides>20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课件模版2015-10-26</vt:lpstr>
      <vt:lpstr>Linux入门命令简单介绍</vt:lpstr>
      <vt:lpstr>命令格式</vt:lpstr>
      <vt:lpstr>常见符号</vt:lpstr>
      <vt:lpstr>绝对路径和相对路径</vt:lpstr>
      <vt:lpstr>命令分类</vt:lpstr>
      <vt:lpstr>学习linux(Linux Is Not UniX)</vt:lpstr>
      <vt:lpstr>学习能力的锻炼</vt:lpstr>
      <vt:lpstr>目录</vt:lpstr>
      <vt:lpstr>目录结构</vt:lpstr>
      <vt:lpstr>目录或文件颜色</vt:lpstr>
      <vt:lpstr>Linux主要目录介绍</vt:lpstr>
      <vt:lpstr>命令</vt:lpstr>
      <vt:lpstr>mkdir</vt:lpstr>
      <vt:lpstr>例子</vt:lpstr>
      <vt:lpstr>cd</vt:lpstr>
      <vt:lpstr>tar</vt:lpstr>
      <vt:lpstr>例子</vt:lpstr>
      <vt:lpstr>例子</vt:lpstr>
      <vt:lpstr>zip、unzip</vt:lpstr>
      <vt:lpstr>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liz fang</cp:lastModifiedBy>
  <cp:revision>348</cp:revision>
  <dcterms:created xsi:type="dcterms:W3CDTF">2015-10-26T03:38:06Z</dcterms:created>
  <dcterms:modified xsi:type="dcterms:W3CDTF">2016-10-31T13:46:25Z</dcterms:modified>
</cp:coreProperties>
</file>
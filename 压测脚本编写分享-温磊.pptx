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72" r:id="rId5"/>
    <p:sldId id="258" r:id="rId6"/>
    <p:sldId id="271" r:id="rId7"/>
    <p:sldId id="269" r:id="rId8"/>
    <p:sldId id="268" r:id="rId9"/>
    <p:sldId id="266" r:id="rId10"/>
    <p:sldId id="261" r:id="rId11"/>
    <p:sldId id="264" r:id="rId12"/>
    <p:sldId id="27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xp" initials="y" lastIdx="0" clrIdx="0">
    <p:extLst>
      <p:ext uri="{19B8F6BF-5375-455C-9EA6-DF929625EA0E}">
        <p15:presenceInfo xmlns:p15="http://schemas.microsoft.com/office/powerpoint/2012/main" userId="yx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0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518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19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2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05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53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31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9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55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5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6340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093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8587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576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574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23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5FE9C-3B07-4C65-A4DC-2930A6AB01D0}" type="datetimeFigureOut">
              <a:rPr lang="zh-CN" altLang="en-US" smtClean="0"/>
              <a:t>2018/10/18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27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jmeter.apache.org/download_jmeter.cgi%202" TargetMode="External"/><Relationship Id="rId2" Type="http://schemas.openxmlformats.org/officeDocument/2006/relationships/hyperlink" Target="http://www.oracle.com/technetwork/java/javase/downloads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压</a:t>
            </a:r>
            <a:r>
              <a:rPr lang="zh-CN" altLang="en-US" dirty="0" smtClean="0"/>
              <a:t>测脚本编写</a:t>
            </a:r>
            <a:r>
              <a:rPr lang="en-US" altLang="zh-CN" dirty="0" smtClean="0"/>
              <a:t>-</a:t>
            </a:r>
            <a:r>
              <a:rPr lang="en-US" altLang="zh-CN" dirty="0" err="1" smtClean="0"/>
              <a:t>jmeter</a:t>
            </a:r>
            <a:r>
              <a:rPr lang="zh-CN" altLang="en-US" dirty="0" smtClean="0"/>
              <a:t>分享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                                                                   </a:t>
            </a:r>
            <a:r>
              <a:rPr lang="zh-CN" altLang="en-US" dirty="0" smtClean="0"/>
              <a:t>温磊</a:t>
            </a:r>
            <a:r>
              <a:rPr lang="en-US" altLang="zh-CN" dirty="0" smtClean="0"/>
              <a:t>                                                                                                                     2018.10.10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207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en-US" altLang="zh-CN" dirty="0" smtClean="0"/>
          </a:p>
          <a:p>
            <a:r>
              <a:rPr lang="en-US" altLang="zh-CN" dirty="0" err="1" smtClean="0"/>
              <a:t>Jmeter</a:t>
            </a:r>
            <a:r>
              <a:rPr lang="zh-CN" altLang="en-US" dirty="0" smtClean="0"/>
              <a:t>工具使用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7335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  <a:p>
            <a:r>
              <a:rPr lang="zh-CN" altLang="en-US" dirty="0"/>
              <a:t>安装</a:t>
            </a:r>
            <a:r>
              <a:rPr lang="en-US" altLang="zh-CN" dirty="0" err="1"/>
              <a:t>jdk</a:t>
            </a:r>
            <a:r>
              <a:rPr lang="en-US" altLang="zh-CN" dirty="0" smtClean="0"/>
              <a:t>                                                                                                                             1</a:t>
            </a:r>
            <a:r>
              <a:rPr lang="zh-CN" altLang="en-US" dirty="0" smtClean="0"/>
              <a:t>、下载</a:t>
            </a:r>
            <a:r>
              <a:rPr lang="en-US" altLang="zh-CN" dirty="0" err="1"/>
              <a:t>jdk</a:t>
            </a:r>
            <a:r>
              <a:rPr lang="zh-CN" altLang="en-US" dirty="0" smtClean="0"/>
              <a:t>，</a:t>
            </a:r>
            <a:r>
              <a:rPr lang="zh-CN" altLang="en-US" dirty="0"/>
              <a:t>官网</a:t>
            </a:r>
            <a:r>
              <a:rPr lang="zh-CN" altLang="en-US" dirty="0" smtClean="0"/>
              <a:t>地址：  </a:t>
            </a:r>
            <a:r>
              <a:rPr lang="en-US" altLang="zh-CN" dirty="0" smtClean="0">
                <a:hlinkClick r:id="rId2"/>
              </a:rPr>
              <a:t>http</a:t>
            </a:r>
            <a:r>
              <a:rPr lang="en-US" altLang="zh-CN" dirty="0">
                <a:hlinkClick r:id="rId2"/>
              </a:rPr>
              <a:t>://</a:t>
            </a:r>
            <a:r>
              <a:rPr lang="en-US" altLang="zh-CN" dirty="0" smtClean="0">
                <a:hlinkClick r:id="rId2"/>
              </a:rPr>
              <a:t>www.oracle.com/technetwork/java/javase/downloads/index.html</a:t>
            </a:r>
            <a:r>
              <a:rPr lang="en-US" altLang="zh-CN" dirty="0"/>
              <a:t> </a:t>
            </a:r>
            <a:r>
              <a:rPr lang="en-US" altLang="zh-CN" dirty="0" smtClean="0"/>
              <a:t>  2</a:t>
            </a:r>
            <a:r>
              <a:rPr lang="zh-CN" altLang="en-US" dirty="0" smtClean="0"/>
              <a:t>、配置</a:t>
            </a:r>
            <a:r>
              <a:rPr lang="en-US" altLang="zh-CN" dirty="0" err="1" smtClean="0"/>
              <a:t>Jdk</a:t>
            </a:r>
            <a:r>
              <a:rPr lang="zh-CN" altLang="en-US" dirty="0" smtClean="0"/>
              <a:t>环境变量安装</a:t>
            </a:r>
            <a:r>
              <a:rPr lang="en-US" altLang="zh-CN" dirty="0" err="1" smtClean="0"/>
              <a:t>Jmeter</a:t>
            </a:r>
            <a:r>
              <a:rPr lang="en-US" altLang="zh-CN" dirty="0"/>
              <a:t> </a:t>
            </a:r>
            <a:r>
              <a:rPr lang="en-US" altLang="zh-CN" dirty="0" smtClean="0"/>
              <a:t> </a:t>
            </a:r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、下载</a:t>
            </a:r>
            <a:r>
              <a:rPr lang="en-US" altLang="zh-CN" dirty="0" err="1" smtClean="0"/>
              <a:t>Jmeter</a:t>
            </a:r>
            <a:r>
              <a:rPr lang="zh-CN" altLang="en-US" dirty="0"/>
              <a:t>，官网地址</a:t>
            </a:r>
            <a:r>
              <a:rPr lang="zh-CN" altLang="en-US" dirty="0" smtClean="0"/>
              <a:t>：</a:t>
            </a:r>
            <a:r>
              <a:rPr lang="en-US" altLang="zh-CN" dirty="0"/>
              <a:t> </a:t>
            </a:r>
            <a:r>
              <a:rPr lang="en-US" altLang="zh-CN" dirty="0" smtClean="0"/>
              <a:t>                        </a:t>
            </a:r>
            <a:r>
              <a:rPr lang="en-US" altLang="zh-CN" dirty="0" smtClean="0">
                <a:hlinkClick r:id="rId3"/>
              </a:rPr>
              <a:t>http</a:t>
            </a:r>
            <a:r>
              <a:rPr lang="en-US" altLang="zh-CN" dirty="0">
                <a:hlinkClick r:id="rId3"/>
              </a:rPr>
              <a:t>://</a:t>
            </a:r>
            <a:r>
              <a:rPr lang="en-US" altLang="zh-CN" dirty="0" smtClean="0">
                <a:hlinkClick r:id="rId3"/>
              </a:rPr>
              <a:t>jmeter.apache.org/download_jmeter.cgi                                                       2</a:t>
            </a:r>
            <a:r>
              <a:rPr lang="zh-CN" altLang="en-US" dirty="0" smtClean="0"/>
              <a:t>、</a:t>
            </a:r>
            <a:r>
              <a:rPr lang="zh-CN" altLang="en-US" dirty="0"/>
              <a:t>配置</a:t>
            </a:r>
            <a:r>
              <a:rPr lang="en-US" altLang="zh-CN" dirty="0" err="1"/>
              <a:t>Jmeter</a:t>
            </a:r>
            <a:r>
              <a:rPr lang="zh-CN" altLang="en-US" dirty="0"/>
              <a:t>环境</a:t>
            </a:r>
            <a:r>
              <a:rPr lang="zh-CN" altLang="en-US" dirty="0" smtClean="0"/>
              <a:t>变量</a:t>
            </a:r>
            <a:endParaRPr lang="en-US" altLang="zh-CN" dirty="0" smtClean="0"/>
          </a:p>
          <a:p>
            <a:r>
              <a:rPr lang="zh-CN" altLang="en-US" dirty="0" smtClean="0"/>
              <a:t>启动</a:t>
            </a:r>
            <a:r>
              <a:rPr lang="en-US" altLang="zh-CN" dirty="0" smtClean="0"/>
              <a:t>bat</a:t>
            </a:r>
            <a:r>
              <a:rPr lang="zh-CN" altLang="en-US" dirty="0" smtClean="0"/>
              <a:t>为后缀的</a:t>
            </a:r>
            <a:r>
              <a:rPr lang="en-US" altLang="zh-CN" dirty="0" err="1" smtClean="0"/>
              <a:t>Jmeter</a:t>
            </a:r>
            <a:endParaRPr lang="en-US" altLang="zh-CN" dirty="0" smtClean="0"/>
          </a:p>
          <a:p>
            <a:r>
              <a:rPr lang="zh-CN" altLang="en-US" dirty="0" smtClean="0"/>
              <a:t>详细安装可参考：</a:t>
            </a:r>
            <a:r>
              <a:rPr lang="en-US" altLang="zh-CN" dirty="0"/>
              <a:t>https://jingyan.baidu.com/article/14bd256e7e707cbb6d2612cf.html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5794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基础元素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、线程组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请求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、响应断言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、参数化配置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、定时器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、察看结果数</a:t>
            </a:r>
            <a:endParaRPr lang="en-US" altLang="zh-CN" dirty="0" smtClean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、聚合报告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103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</a:t>
            </a:r>
            <a:r>
              <a:rPr lang="en-US" altLang="zh-CN" dirty="0" err="1" smtClean="0"/>
              <a:t>meter</a:t>
            </a:r>
            <a:r>
              <a:rPr lang="zh-CN" altLang="en-US" dirty="0" smtClean="0"/>
              <a:t>基础元素</a:t>
            </a:r>
            <a:r>
              <a:rPr lang="en-US" altLang="zh-CN" dirty="0" smtClean="0"/>
              <a:t>-</a:t>
            </a:r>
            <a:r>
              <a:rPr lang="en-US" altLang="zh-CN" dirty="0"/>
              <a:t> </a:t>
            </a:r>
            <a:r>
              <a:rPr lang="zh-CN" altLang="en-US" dirty="0" smtClean="0"/>
              <a:t>线程</a:t>
            </a:r>
            <a:r>
              <a:rPr lang="zh-CN" altLang="en-US" dirty="0"/>
              <a:t>组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79561" y="914401"/>
            <a:ext cx="9225051" cy="5331852"/>
          </a:xfrm>
        </p:spPr>
        <p:txBody>
          <a:bodyPr>
            <a:normAutofit/>
          </a:bodyPr>
          <a:lstStyle/>
          <a:p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/>
              <a:t>、</a:t>
            </a:r>
            <a:r>
              <a:rPr lang="zh-CN" altLang="en-US" dirty="0" smtClean="0"/>
              <a:t>线程数：一</a:t>
            </a:r>
            <a:r>
              <a:rPr lang="zh-CN" altLang="en-US" dirty="0"/>
              <a:t>个用户占一个线程，  </a:t>
            </a:r>
            <a:r>
              <a:rPr lang="en-US" altLang="zh-CN" dirty="0"/>
              <a:t>200</a:t>
            </a:r>
            <a:r>
              <a:rPr lang="zh-CN" altLang="en-US" dirty="0"/>
              <a:t>个线程就是模拟</a:t>
            </a:r>
            <a:r>
              <a:rPr lang="en-US" altLang="zh-CN" dirty="0"/>
              <a:t>200</a:t>
            </a:r>
            <a:r>
              <a:rPr lang="zh-CN" altLang="en-US" dirty="0"/>
              <a:t>个</a:t>
            </a:r>
            <a:r>
              <a:rPr lang="zh-CN" altLang="en-US" dirty="0" smtClean="0"/>
              <a:t>用户                                                         </a:t>
            </a:r>
            <a:r>
              <a:rPr lang="en-US" altLang="zh-CN" dirty="0" smtClean="0"/>
              <a:t>2.</a:t>
            </a:r>
            <a:r>
              <a:rPr lang="zh-CN" altLang="en-US" dirty="0"/>
              <a:t>、</a:t>
            </a:r>
            <a:r>
              <a:rPr lang="en-US" altLang="zh-CN" dirty="0" smtClean="0"/>
              <a:t>Ramp-Up </a:t>
            </a:r>
            <a:r>
              <a:rPr lang="en-US" altLang="zh-CN" dirty="0"/>
              <a:t>Period(in seconds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：设置</a:t>
            </a:r>
            <a:r>
              <a:rPr lang="zh-CN" altLang="en-US" dirty="0"/>
              <a:t>线程需要多长时间全部启动。如果线程数为</a:t>
            </a:r>
            <a:r>
              <a:rPr lang="en-US" altLang="zh-CN" dirty="0"/>
              <a:t>200 </a:t>
            </a:r>
            <a:r>
              <a:rPr lang="zh-CN" altLang="en-US" dirty="0"/>
              <a:t>，准备时长为</a:t>
            </a:r>
            <a:r>
              <a:rPr lang="en-US" altLang="zh-CN" dirty="0"/>
              <a:t>10 </a:t>
            </a:r>
            <a:r>
              <a:rPr lang="zh-CN" altLang="en-US" dirty="0"/>
              <a:t>，那么需要</a:t>
            </a:r>
            <a:r>
              <a:rPr lang="en-US" altLang="zh-CN" dirty="0"/>
              <a:t>1</a:t>
            </a:r>
            <a:r>
              <a:rPr lang="zh-CN" altLang="en-US" dirty="0"/>
              <a:t>秒钟启动</a:t>
            </a:r>
            <a:r>
              <a:rPr lang="en-US" altLang="zh-CN" dirty="0"/>
              <a:t>20</a:t>
            </a:r>
            <a:r>
              <a:rPr lang="zh-CN" altLang="en-US" dirty="0"/>
              <a:t>个线程。也就是每秒钟启动</a:t>
            </a:r>
            <a:r>
              <a:rPr lang="en-US" altLang="zh-CN" dirty="0"/>
              <a:t>20</a:t>
            </a:r>
            <a:r>
              <a:rPr lang="zh-CN" altLang="en-US" dirty="0"/>
              <a:t>个</a:t>
            </a:r>
            <a:r>
              <a:rPr lang="zh-CN" altLang="en-US" dirty="0" smtClean="0"/>
              <a:t>线程     </a:t>
            </a:r>
            <a:r>
              <a:rPr lang="en-US" altLang="zh-CN" dirty="0"/>
              <a:t> </a:t>
            </a:r>
            <a:r>
              <a:rPr lang="en-US" altLang="zh-CN" dirty="0" smtClean="0"/>
              <a:t>             3</a:t>
            </a:r>
            <a:r>
              <a:rPr lang="zh-CN" altLang="en-US" dirty="0" smtClean="0"/>
              <a:t>、循环次数：</a:t>
            </a:r>
            <a:r>
              <a:rPr lang="zh-CN" altLang="en-US" dirty="0"/>
              <a:t>每个线程发送请求的次数。如果线程数为</a:t>
            </a:r>
            <a:r>
              <a:rPr lang="en-US" altLang="zh-CN" dirty="0"/>
              <a:t>200 </a:t>
            </a:r>
            <a:r>
              <a:rPr lang="zh-CN" altLang="en-US" dirty="0"/>
              <a:t>，循环次数为</a:t>
            </a:r>
            <a:r>
              <a:rPr lang="en-US" altLang="zh-CN" dirty="0"/>
              <a:t>10 </a:t>
            </a:r>
            <a:r>
              <a:rPr lang="zh-CN" altLang="en-US" dirty="0"/>
              <a:t>，那么每个线程发送</a:t>
            </a:r>
            <a:r>
              <a:rPr lang="en-US" altLang="zh-CN" dirty="0"/>
              <a:t>10</a:t>
            </a:r>
            <a:r>
              <a:rPr lang="zh-CN" altLang="en-US" dirty="0"/>
              <a:t>次请求。总请求数为</a:t>
            </a:r>
            <a:r>
              <a:rPr lang="en-US" altLang="zh-CN" dirty="0"/>
              <a:t>200*10=2000 </a:t>
            </a:r>
            <a:r>
              <a:rPr lang="zh-CN" altLang="en-US" dirty="0"/>
              <a:t>。如果勾选了“永远”，那么所有线程会一直发送请求，直到选择停止运行脚本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471" y="3158139"/>
            <a:ext cx="6911684" cy="369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00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92925" y="344125"/>
            <a:ext cx="8911687" cy="1280890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基础元素</a:t>
            </a:r>
            <a:r>
              <a:rPr lang="en-US" altLang="zh-CN" dirty="0"/>
              <a:t>- http</a:t>
            </a:r>
            <a:r>
              <a:rPr lang="zh-CN" altLang="en-US" dirty="0" smtClean="0"/>
              <a:t>请求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1090412"/>
            <a:ext cx="8915400" cy="3777622"/>
          </a:xfrm>
        </p:spPr>
        <p:txBody>
          <a:bodyPr/>
          <a:lstStyle/>
          <a:p>
            <a:r>
              <a:rPr lang="zh-CN" altLang="en-US" dirty="0" smtClean="0"/>
              <a:t>选择</a:t>
            </a:r>
            <a:r>
              <a:rPr lang="en-US" altLang="zh-CN" dirty="0" smtClean="0"/>
              <a:t>Parameters-</a:t>
            </a:r>
            <a:r>
              <a:rPr lang="zh-CN" altLang="en-US" dirty="0" smtClean="0"/>
              <a:t>点击添加</a:t>
            </a:r>
            <a:r>
              <a:rPr lang="en-US" altLang="zh-CN" dirty="0" smtClean="0"/>
              <a:t>-</a:t>
            </a:r>
            <a:r>
              <a:rPr lang="zh-CN" altLang="en-US" dirty="0"/>
              <a:t>把</a:t>
            </a:r>
            <a:r>
              <a:rPr lang="zh-CN" altLang="en-US" dirty="0" smtClean="0"/>
              <a:t>文档上参数对应的名称和值一一对应填入</a:t>
            </a:r>
            <a:endParaRPr lang="en-US" altLang="zh-CN" dirty="0" smtClean="0"/>
          </a:p>
          <a:p>
            <a:r>
              <a:rPr lang="zh-CN" altLang="en-US" dirty="0" smtClean="0"/>
              <a:t>注：填写的参数名称和值需与文档上一致                                                                           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535" y="1944711"/>
            <a:ext cx="7765961" cy="479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84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基础元素</a:t>
            </a:r>
            <a:r>
              <a:rPr lang="en-US" altLang="zh-CN" dirty="0"/>
              <a:t>- </a:t>
            </a:r>
            <a:r>
              <a:rPr lang="zh-CN" altLang="en-US" dirty="0" smtClean="0"/>
              <a:t>响应断言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6435" y="1373746"/>
            <a:ext cx="8915400" cy="3777622"/>
          </a:xfrm>
        </p:spPr>
        <p:txBody>
          <a:bodyPr/>
          <a:lstStyle/>
          <a:p>
            <a:r>
              <a:rPr lang="zh-CN" altLang="en-US" dirty="0" smtClean="0"/>
              <a:t>在要测试的模式中填写判断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195" y="1810844"/>
            <a:ext cx="8160456" cy="504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基础元素</a:t>
            </a:r>
            <a:r>
              <a:rPr lang="en-US" altLang="zh-CN" dirty="0"/>
              <a:t>- </a:t>
            </a:r>
            <a:r>
              <a:rPr lang="zh-CN" altLang="en-US" dirty="0" smtClean="0"/>
              <a:t>参数化配置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360868"/>
            <a:ext cx="8915400" cy="3777622"/>
          </a:xfrm>
        </p:spPr>
        <p:txBody>
          <a:bodyPr/>
          <a:lstStyle/>
          <a:p>
            <a:r>
              <a:rPr lang="zh-CN" altLang="en-US" dirty="0" smtClean="0"/>
              <a:t>参数化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353" y="1745562"/>
            <a:ext cx="7888052" cy="5112438"/>
          </a:xfrm>
          <a:prstGeom prst="rect">
            <a:avLst/>
          </a:prstGeom>
        </p:spPr>
      </p:pic>
      <p:sp>
        <p:nvSpPr>
          <p:cNvPr id="9" name="线形标注 2 8"/>
          <p:cNvSpPr/>
          <p:nvPr/>
        </p:nvSpPr>
        <p:spPr>
          <a:xfrm>
            <a:off x="5035639" y="2884868"/>
            <a:ext cx="1159099" cy="364811"/>
          </a:xfrm>
          <a:prstGeom prst="borderCallout2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06839" y="33370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314412" y="309556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FF00"/>
                </a:solidFill>
              </a:rPr>
              <a:t>数据文件路径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099242" y="3521745"/>
            <a:ext cx="1992465" cy="3419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线形标注 2 12"/>
          <p:cNvSpPr/>
          <p:nvPr/>
        </p:nvSpPr>
        <p:spPr>
          <a:xfrm>
            <a:off x="4099242" y="3521745"/>
            <a:ext cx="2054513" cy="32784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11404"/>
              <a:gd name="adj6" fmla="val -23474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235146" y="5605956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FF00"/>
                </a:solidFill>
              </a:rPr>
              <a:t>之后就可以使用</a:t>
            </a:r>
            <a:r>
              <a:rPr lang="en-US" altLang="zh-CN" dirty="0" smtClean="0">
                <a:solidFill>
                  <a:srgbClr val="FFFF00"/>
                </a:solidFill>
              </a:rPr>
              <a:t>$(</a:t>
            </a:r>
            <a:r>
              <a:rPr lang="en-US" altLang="zh-CN" dirty="0" err="1" smtClean="0">
                <a:solidFill>
                  <a:srgbClr val="FFFF00"/>
                </a:solidFill>
              </a:rPr>
              <a:t>nb</a:t>
            </a:r>
            <a:r>
              <a:rPr lang="en-US" altLang="zh-CN" dirty="0" smtClean="0">
                <a:solidFill>
                  <a:srgbClr val="FFFF00"/>
                </a:solidFill>
              </a:rPr>
              <a:t>)</a:t>
            </a:r>
            <a:r>
              <a:rPr lang="zh-CN" altLang="en-US" dirty="0" smtClean="0">
                <a:solidFill>
                  <a:srgbClr val="FFFF00"/>
                </a:solidFill>
              </a:rPr>
              <a:t>进行参数化了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73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基础元素</a:t>
            </a:r>
            <a:r>
              <a:rPr lang="en-US" altLang="zh-CN" dirty="0"/>
              <a:t>- </a:t>
            </a:r>
            <a:r>
              <a:rPr lang="zh-CN" altLang="en-US" dirty="0"/>
              <a:t>定时器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4" y="1360867"/>
            <a:ext cx="8911687" cy="5258873"/>
          </a:xfrm>
        </p:spPr>
        <p:txBody>
          <a:bodyPr/>
          <a:lstStyle/>
          <a:p>
            <a:r>
              <a:rPr lang="zh-CN" altLang="en-US" dirty="0" smtClean="0"/>
              <a:t>同步定时器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548" y="1901291"/>
            <a:ext cx="9026993" cy="4953000"/>
          </a:xfrm>
          <a:prstGeom prst="rect">
            <a:avLst/>
          </a:prstGeom>
        </p:spPr>
      </p:pic>
      <p:sp>
        <p:nvSpPr>
          <p:cNvPr id="6" name="线形标注 2 5"/>
          <p:cNvSpPr/>
          <p:nvPr/>
        </p:nvSpPr>
        <p:spPr>
          <a:xfrm>
            <a:off x="3271234" y="3451538"/>
            <a:ext cx="5563673" cy="296214"/>
          </a:xfrm>
          <a:prstGeom prst="borderCallout2">
            <a:avLst>
              <a:gd name="adj1" fmla="val -46468"/>
              <a:gd name="adj2" fmla="val 82408"/>
              <a:gd name="adj3" fmla="val -102989"/>
              <a:gd name="adj4" fmla="val 98148"/>
              <a:gd name="adj5" fmla="val -130978"/>
              <a:gd name="adj6" fmla="val 107500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218858" y="3001224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</a:rPr>
              <a:t>模拟用户的数量，即</a:t>
            </a:r>
            <a:r>
              <a:rPr lang="zh-CN" altLang="en-US" dirty="0" smtClean="0">
                <a:solidFill>
                  <a:srgbClr val="FFFF00"/>
                </a:solidFill>
              </a:rPr>
              <a:t>指定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r>
              <a:rPr lang="zh-CN" altLang="en-US" dirty="0" smtClean="0">
                <a:solidFill>
                  <a:srgbClr val="FFFF00"/>
                </a:solidFill>
              </a:rPr>
              <a:t>同时</a:t>
            </a:r>
            <a:r>
              <a:rPr lang="zh-CN" altLang="en-US" dirty="0">
                <a:solidFill>
                  <a:srgbClr val="FFFF00"/>
                </a:solidFill>
              </a:rPr>
              <a:t>释放的线程数数量</a:t>
            </a:r>
          </a:p>
        </p:txBody>
      </p:sp>
      <p:sp>
        <p:nvSpPr>
          <p:cNvPr id="8" name="线形标注 2 7"/>
          <p:cNvSpPr/>
          <p:nvPr/>
        </p:nvSpPr>
        <p:spPr>
          <a:xfrm>
            <a:off x="4945487" y="3747752"/>
            <a:ext cx="3889420" cy="656823"/>
          </a:xfrm>
          <a:prstGeom prst="borderCallout2">
            <a:avLst>
              <a:gd name="adj1" fmla="val 105024"/>
              <a:gd name="adj2" fmla="val 6899"/>
              <a:gd name="adj3" fmla="val 150122"/>
              <a:gd name="adj4" fmla="val -5740"/>
              <a:gd name="adj5" fmla="val 220343"/>
              <a:gd name="adj6" fmla="val -14548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43291" y="5194093"/>
            <a:ext cx="549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</a:rPr>
              <a:t>超时时间，即超时多少毫秒后同时释放指定的线程数</a:t>
            </a:r>
          </a:p>
        </p:txBody>
      </p:sp>
    </p:spTree>
    <p:extLst>
      <p:ext uri="{BB962C8B-B14F-4D97-AF65-F5344CB8AC3E}">
        <p14:creationId xmlns:p14="http://schemas.microsoft.com/office/powerpoint/2010/main" val="157607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基础元素</a:t>
            </a:r>
            <a:r>
              <a:rPr lang="en-US" altLang="zh-CN" dirty="0"/>
              <a:t>- </a:t>
            </a:r>
            <a:r>
              <a:rPr lang="zh-CN" altLang="en-US" dirty="0"/>
              <a:t>查</a:t>
            </a:r>
            <a:r>
              <a:rPr lang="zh-CN" altLang="en-US" dirty="0" smtClean="0"/>
              <a:t>看结果树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1510145"/>
            <a:ext cx="8915400" cy="3777622"/>
          </a:xfrm>
        </p:spPr>
        <p:txBody>
          <a:bodyPr/>
          <a:lstStyle/>
          <a:p>
            <a:r>
              <a:rPr lang="zh-CN" altLang="en-US" dirty="0" smtClean="0"/>
              <a:t>查看结果绿色为通过，红色为未通过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852" y="1904999"/>
            <a:ext cx="8329830" cy="491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基础元素</a:t>
            </a:r>
            <a:r>
              <a:rPr lang="en-US" altLang="zh-CN" dirty="0"/>
              <a:t>- </a:t>
            </a:r>
            <a:r>
              <a:rPr lang="zh-CN" altLang="en-US" dirty="0" smtClean="0"/>
              <a:t>聚合报告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1438141"/>
            <a:ext cx="8915400" cy="3777622"/>
          </a:xfrm>
        </p:spPr>
        <p:txBody>
          <a:bodyPr/>
          <a:lstStyle/>
          <a:p>
            <a:r>
              <a:rPr lang="zh-CN" altLang="en-US" dirty="0" smtClean="0"/>
              <a:t>生成的聚合报告可以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627" y="1792856"/>
            <a:ext cx="8366146" cy="506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sz="4000" dirty="0"/>
              <a:t> </a:t>
            </a:r>
            <a:r>
              <a:rPr lang="en-US" altLang="zh-CN" sz="4000" dirty="0" smtClean="0"/>
              <a:t>                    </a:t>
            </a:r>
            <a:r>
              <a:rPr lang="zh-CN" altLang="en-US" sz="4000" dirty="0" smtClean="0"/>
              <a:t>谢谢！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44241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5133</TotalTime>
  <Words>260</Words>
  <Application>Microsoft Office PowerPoint</Application>
  <PresentationFormat>宽屏</PresentationFormat>
  <Paragraphs>47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幼圆</vt:lpstr>
      <vt:lpstr>Arial</vt:lpstr>
      <vt:lpstr>Century Gothic</vt:lpstr>
      <vt:lpstr>Wingdings 3</vt:lpstr>
      <vt:lpstr>丝状</vt:lpstr>
      <vt:lpstr>压测脚本编写-jmeter分享</vt:lpstr>
      <vt:lpstr>目录</vt:lpstr>
      <vt:lpstr>环境配置</vt:lpstr>
      <vt:lpstr>jmeter基础元素</vt:lpstr>
      <vt:lpstr>jmeter基础元素- 线程组 </vt:lpstr>
      <vt:lpstr>jmeter基础元素- http请求</vt:lpstr>
      <vt:lpstr>jmeter基础元素- 响应断言</vt:lpstr>
      <vt:lpstr>jmeter基础元素- 参数化配置</vt:lpstr>
      <vt:lpstr>jmeter基础元素- 定时器</vt:lpstr>
      <vt:lpstr>jmeter基础元素- 查看结果树</vt:lpstr>
      <vt:lpstr>jmeter基础元素- 聚合报告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接口测试工具分享-postman</dc:title>
  <dc:creator>王娜娜</dc:creator>
  <cp:lastModifiedBy>yxp</cp:lastModifiedBy>
  <cp:revision>78</cp:revision>
  <dcterms:created xsi:type="dcterms:W3CDTF">2016-07-25T03:43:57Z</dcterms:created>
  <dcterms:modified xsi:type="dcterms:W3CDTF">2018-10-18T03:02:41Z</dcterms:modified>
</cp:coreProperties>
</file>
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42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78689" autoAdjust="0"/>
  </p:normalViewPr>
  <p:slideViewPr>
    <p:cSldViewPr>
      <p:cViewPr varScale="1">
        <p:scale>
          <a:sx n="69" d="100"/>
          <a:sy n="69" d="100"/>
        </p:scale>
        <p:origin x="-160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2016/8/25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date</a:t>
            </a:r>
          </a:p>
          <a:p>
            <a:r>
              <a:rPr lang="en-US" altLang="zh-CN" dirty="0" smtClean="0"/>
              <a:t>top</a:t>
            </a:r>
          </a:p>
          <a:p>
            <a:r>
              <a:rPr lang="en-US" altLang="zh-CN" dirty="0" err="1" smtClean="0"/>
              <a:t>ps</a:t>
            </a:r>
            <a:endParaRPr lang="en-US" altLang="zh-CN" dirty="0" smtClean="0"/>
          </a:p>
          <a:p>
            <a:r>
              <a:rPr lang="en-US" altLang="zh-CN" dirty="0" smtClean="0"/>
              <a:t>kill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</a:t>
            </a:r>
            <a:r>
              <a:rPr lang="en-US" altLang="zh-CN" dirty="0" smtClean="0"/>
              <a:t>(</a:t>
            </a:r>
            <a:r>
              <a:rPr lang="zh-CN" altLang="en-US" dirty="0" smtClean="0"/>
              <a:t>性能测试时重点用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功能：显示或设置日期时间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用法：</a:t>
            </a:r>
            <a:r>
              <a:rPr lang="en-US" altLang="zh-CN" dirty="0" smtClean="0"/>
              <a:t>date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[</a:t>
            </a:r>
            <a:r>
              <a:rPr lang="zh-CN" altLang="en-US" dirty="0" smtClean="0"/>
              <a:t>日期或时间格式</a:t>
            </a:r>
            <a:r>
              <a:rPr lang="en-US" altLang="zh-CN" dirty="0" smtClean="0"/>
              <a:t>]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时间格式</a:t>
            </a:r>
            <a:r>
              <a:rPr lang="zh-CN" altLang="en-US" dirty="0" smtClean="0"/>
              <a:t>说明（大小写固定，</a:t>
            </a:r>
            <a:r>
              <a:rPr lang="en-US" altLang="zh-CN" dirty="0" smtClean="0"/>
              <a:t>%</a:t>
            </a:r>
            <a:r>
              <a:rPr lang="zh-CN" altLang="en-US" dirty="0" smtClean="0"/>
              <a:t>变量，</a:t>
            </a:r>
            <a:r>
              <a:rPr lang="en-US" altLang="zh-CN" dirty="0" smtClean="0"/>
              <a:t>+</a:t>
            </a:r>
            <a:r>
              <a:rPr lang="zh-CN" altLang="en-US" dirty="0" smtClean="0"/>
              <a:t>连接</a:t>
            </a:r>
            <a:r>
              <a:rPr lang="zh-CN" altLang="en-US" dirty="0" smtClean="0">
                <a:latin typeface="Wingdings"/>
              </a:rPr>
              <a:t>）</a:t>
            </a:r>
            <a:endParaRPr lang="en-US" altLang="zh-CN" dirty="0" smtClean="0"/>
          </a:p>
          <a:p>
            <a:pPr marL="1200150" lvl="3" indent="-342900"/>
            <a:r>
              <a:rPr lang="zh-CN" altLang="en-US" dirty="0" smtClean="0"/>
              <a:t>显示年月日：</a:t>
            </a:r>
            <a:r>
              <a:rPr lang="en-US" altLang="zh-CN" dirty="0" smtClean="0"/>
              <a:t>date “+Date:%y-%m-%d</a:t>
            </a:r>
            <a:r>
              <a:rPr lang="en-US" altLang="zh-CN" dirty="0" smtClean="0"/>
              <a:t>”   </a:t>
            </a:r>
            <a:endParaRPr lang="en-US" altLang="zh-CN" dirty="0" smtClean="0"/>
          </a:p>
          <a:p>
            <a:pPr marL="1200150" lvl="3" indent="-342900"/>
            <a:r>
              <a:rPr lang="zh-CN" altLang="en-US" dirty="0" smtClean="0"/>
              <a:t>显示时间：</a:t>
            </a:r>
            <a:r>
              <a:rPr lang="en-US" altLang="zh-CN" dirty="0" smtClean="0"/>
              <a:t>date “+Time:%H:%M:%S”</a:t>
            </a:r>
          </a:p>
          <a:p>
            <a:pPr marL="1200150" lvl="3" indent="-342900"/>
            <a:r>
              <a:rPr lang="zh-CN" altLang="en-US" dirty="0" smtClean="0"/>
              <a:t>显示年月日</a:t>
            </a:r>
            <a:r>
              <a:rPr lang="en-US" altLang="zh-CN" dirty="0" smtClean="0"/>
              <a:t>+</a:t>
            </a:r>
            <a:r>
              <a:rPr lang="zh-CN" altLang="en-US" dirty="0" smtClean="0"/>
              <a:t>时间：</a:t>
            </a:r>
            <a:r>
              <a:rPr lang="en-US" altLang="zh-CN" dirty="0" smtClean="0"/>
              <a:t>date “+Date:%y-%m-%d Time:%H:%M:%S”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date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714488"/>
            <a:ext cx="8229600" cy="473884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zh-CN" altLang="en-US" dirty="0" smtClean="0"/>
              <a:t>显示系统当前时间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dirty="0" smtClean="0">
                <a:solidFill>
                  <a:srgbClr val="FF0000"/>
                </a:solidFill>
              </a:rPr>
              <a:t>date</a:t>
            </a:r>
          </a:p>
          <a:p>
            <a:pPr>
              <a:buBlip>
                <a:blip r:embed="rId2"/>
              </a:buBlip>
            </a:pPr>
            <a:r>
              <a:rPr lang="zh-CN" altLang="en-US" dirty="0" smtClean="0"/>
              <a:t>显示系统当前日期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fr-FR" altLang="zh-CN" dirty="0" smtClean="0">
                <a:solidFill>
                  <a:srgbClr val="FF0000"/>
                </a:solidFill>
              </a:rPr>
              <a:t>date "+Date:%y-%m-%d"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buBlip>
                <a:blip r:embed="rId2"/>
              </a:buBlip>
            </a:pPr>
            <a:r>
              <a:rPr lang="zh-CN" altLang="en-US" dirty="0" smtClean="0"/>
              <a:t>显示系统当前时间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sz="2600" dirty="0" smtClean="0">
                <a:solidFill>
                  <a:srgbClr val="FF0000"/>
                </a:solidFill>
              </a:rPr>
              <a:t>date "+Time:%H:%M:%S"</a:t>
            </a:r>
          </a:p>
          <a:p>
            <a:pPr>
              <a:buBlip>
                <a:blip r:embed="rId2"/>
              </a:buBlip>
            </a:pPr>
            <a:r>
              <a:rPr lang="zh-CN" altLang="en-US" dirty="0" smtClean="0"/>
              <a:t>日期时间一起显示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dirty="0" smtClean="0">
                <a:solidFill>
                  <a:srgbClr val="FF0000"/>
                </a:solidFill>
              </a:rPr>
              <a:t>date "+Date:%y-%m-%d Time:%H:%M:%S"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用户修改操作系统当前时间为</a:t>
            </a:r>
            <a:r>
              <a:rPr lang="en-US" altLang="zh-CN" dirty="0" smtClean="0"/>
              <a:t>2017-8-4 10:30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>
                <a:solidFill>
                  <a:srgbClr val="FF0000"/>
                </a:solidFill>
              </a:rPr>
              <a:t>date 080410302017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功能：实时显示系统中各个进程的资源占用情况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top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</a:t>
            </a:r>
            <a:r>
              <a:rPr lang="zh-CN" altLang="en-US" dirty="0" smtClean="0"/>
              <a:t>：更新的时间间隔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</a:t>
            </a:r>
            <a:r>
              <a:rPr lang="zh-CN" altLang="en-US" dirty="0" smtClean="0"/>
              <a:t>：指定</a:t>
            </a:r>
            <a:r>
              <a:rPr lang="en-US" altLang="zh-CN" dirty="0" smtClean="0"/>
              <a:t>PID</a:t>
            </a:r>
            <a:r>
              <a:rPr lang="zh-CN" altLang="en-US" dirty="0" smtClean="0"/>
              <a:t>监测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top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实时查看系统资源占用情况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dirty="0" smtClean="0">
                <a:solidFill>
                  <a:srgbClr val="FF0000"/>
                </a:solidFill>
              </a:rPr>
              <a:t>top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执行过程当中可以使用的按键指令∶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?∶</a:t>
            </a:r>
            <a:r>
              <a:rPr lang="zh-CN" altLang="en-US" dirty="0" smtClean="0"/>
              <a:t>显示帮助信息；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P∶</a:t>
            </a:r>
            <a:r>
              <a:rPr lang="zh-CN" altLang="en-US" dirty="0" smtClean="0"/>
              <a:t>以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的使用资源排序显示；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M∶</a:t>
            </a:r>
            <a:r>
              <a:rPr lang="zh-CN" altLang="en-US" dirty="0" smtClean="0"/>
              <a:t>以内存的使用资源排序显示；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N∶</a:t>
            </a:r>
            <a:r>
              <a:rPr lang="zh-CN" altLang="en-US" dirty="0" smtClean="0"/>
              <a:t>以</a:t>
            </a:r>
            <a:r>
              <a:rPr lang="en-US" altLang="zh-CN" dirty="0" smtClean="0"/>
              <a:t>PID</a:t>
            </a:r>
            <a:r>
              <a:rPr lang="zh-CN" altLang="en-US" dirty="0" smtClean="0"/>
              <a:t>排序；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T∶</a:t>
            </a:r>
            <a:r>
              <a:rPr lang="zh-CN" altLang="en-US" dirty="0" smtClean="0"/>
              <a:t>由该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使用的 </a:t>
            </a:r>
            <a:r>
              <a:rPr lang="en-US" altLang="zh-CN" dirty="0" smtClean="0"/>
              <a:t>CPU </a:t>
            </a:r>
            <a:r>
              <a:rPr lang="zh-CN" altLang="en-US" dirty="0" smtClean="0"/>
              <a:t>时间累积 </a:t>
            </a:r>
            <a:r>
              <a:rPr lang="en-US" altLang="zh-CN" dirty="0" smtClean="0"/>
              <a:t>(TIME+) </a:t>
            </a:r>
            <a:r>
              <a:rPr lang="zh-CN" altLang="en-US" dirty="0" smtClean="0"/>
              <a:t>排序。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功能：显示系统当前进程状况。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ps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a</a:t>
            </a:r>
            <a:r>
              <a:rPr lang="zh-CN" altLang="en-US" dirty="0" smtClean="0"/>
              <a:t>：列出包括其他 </a:t>
            </a:r>
            <a:r>
              <a:rPr lang="en-US" altLang="zh-CN" dirty="0" smtClean="0"/>
              <a:t>users 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状况； 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u</a:t>
            </a:r>
            <a:r>
              <a:rPr lang="zh-CN" altLang="en-US" dirty="0" smtClean="0"/>
              <a:t>：显示 </a:t>
            </a:r>
            <a:r>
              <a:rPr lang="en-US" altLang="zh-CN" dirty="0" smtClean="0"/>
              <a:t>user - oriented 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状况； 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x</a:t>
            </a:r>
            <a:r>
              <a:rPr lang="zh-CN" altLang="en-US" dirty="0" smtClean="0"/>
              <a:t>：显示包括没有 </a:t>
            </a:r>
            <a:r>
              <a:rPr lang="en-US" altLang="zh-CN" dirty="0" smtClean="0"/>
              <a:t>terminal </a:t>
            </a:r>
            <a:r>
              <a:rPr lang="zh-CN" altLang="en-US" dirty="0" smtClean="0"/>
              <a:t>控制的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状况；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e</a:t>
            </a:r>
            <a:r>
              <a:rPr lang="zh-CN" altLang="en-US" dirty="0" smtClean="0"/>
              <a:t>：显示所有进程状况；</a:t>
            </a:r>
          </a:p>
          <a:p>
            <a:pPr lvl="1">
              <a:buBlip>
                <a:blip r:embed="rId2"/>
              </a:buBlip>
            </a:pPr>
            <a:r>
              <a:rPr lang="en-US" altLang="zh-CN" dirty="0" smtClean="0"/>
              <a:t>f</a:t>
            </a:r>
            <a:r>
              <a:rPr lang="zh-CN" altLang="en-US" dirty="0" smtClean="0"/>
              <a:t>：完整的输出信息。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ps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用标准语法查看系统中所有进程的完整信息</a:t>
            </a:r>
            <a:endParaRPr lang="en-US" altLang="zh-CN" dirty="0" smtClean="0"/>
          </a:p>
          <a:p>
            <a:pPr lvl="1">
              <a:buBlip>
                <a:blip r:embed="rId2"/>
              </a:buBlip>
            </a:pPr>
            <a:r>
              <a:rPr lang="en-US" altLang="zh-CN" dirty="0" err="1" smtClean="0">
                <a:solidFill>
                  <a:srgbClr val="FF0000"/>
                </a:solidFill>
              </a:rPr>
              <a:t>ps</a:t>
            </a:r>
            <a:r>
              <a:rPr lang="en-US" altLang="zh-CN" dirty="0" smtClean="0">
                <a:solidFill>
                  <a:srgbClr val="FF0000"/>
                </a:solidFill>
              </a:rPr>
              <a:t> -</a:t>
            </a:r>
            <a:r>
              <a:rPr lang="en-US" altLang="zh-CN" dirty="0" err="1" smtClean="0">
                <a:solidFill>
                  <a:srgbClr val="FF0000"/>
                </a:solidFill>
              </a:rPr>
              <a:t>ef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功能：</a:t>
            </a:r>
            <a:r>
              <a:rPr lang="en-US" altLang="zh-CN" dirty="0" smtClean="0"/>
              <a:t>kill </a:t>
            </a:r>
            <a:r>
              <a:rPr lang="zh-CN" altLang="en-US" dirty="0" smtClean="0"/>
              <a:t>指令的用途是送一个 </a:t>
            </a:r>
            <a:r>
              <a:rPr lang="en-US" altLang="zh-CN" dirty="0" smtClean="0"/>
              <a:t>signal </a:t>
            </a:r>
            <a:r>
              <a:rPr lang="zh-CN" altLang="en-US" dirty="0" smtClean="0"/>
              <a:t>给某一个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。因为大部份送的都是用来杀掉 </a:t>
            </a:r>
            <a:r>
              <a:rPr lang="en-US" altLang="zh-CN" dirty="0" smtClean="0"/>
              <a:t>process 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SIGKILL </a:t>
            </a:r>
            <a:r>
              <a:rPr lang="zh-CN" altLang="en-US" dirty="0" smtClean="0"/>
              <a:t>或 </a:t>
            </a:r>
            <a:r>
              <a:rPr lang="en-US" altLang="zh-CN" dirty="0" smtClean="0"/>
              <a:t>SIGHUP </a:t>
            </a:r>
            <a:r>
              <a:rPr lang="zh-CN" altLang="en-US" dirty="0" smtClean="0"/>
              <a:t>，因此称为 </a:t>
            </a:r>
            <a:r>
              <a:rPr lang="en-US" altLang="zh-CN" dirty="0" smtClean="0"/>
              <a:t>kill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 kill [-signal] </a:t>
            </a:r>
            <a:r>
              <a:rPr lang="en-US" altLang="zh-CN" dirty="0" err="1" smtClean="0"/>
              <a:t>pid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kill -l (</a:t>
            </a:r>
            <a:r>
              <a:rPr lang="zh-CN" altLang="en-US" dirty="0" smtClean="0"/>
              <a:t>列出</a:t>
            </a:r>
            <a:r>
              <a:rPr lang="en-US" altLang="zh-CN" dirty="0" smtClean="0"/>
              <a:t>kill</a:t>
            </a:r>
            <a:r>
              <a:rPr lang="zh-CN" altLang="en-US" dirty="0" smtClean="0"/>
              <a:t>能使用的</a:t>
            </a:r>
            <a:r>
              <a:rPr lang="en-US" altLang="zh-CN" dirty="0" smtClean="0"/>
              <a:t>signal)</a:t>
            </a:r>
          </a:p>
          <a:p>
            <a:r>
              <a:rPr lang="en-US" altLang="zh-CN" dirty="0" smtClean="0"/>
              <a:t>signal∶</a:t>
            </a:r>
            <a:r>
              <a:rPr lang="zh-CN" altLang="en-US" dirty="0" smtClean="0"/>
              <a:t>代表给进程什么样的指示，用 </a:t>
            </a:r>
            <a:r>
              <a:rPr lang="en-US" altLang="zh-CN" dirty="0" smtClean="0"/>
              <a:t>man 7 signal </a:t>
            </a:r>
            <a:r>
              <a:rPr lang="zh-CN" altLang="en-US" dirty="0" smtClean="0"/>
              <a:t>可知∶</a:t>
            </a:r>
          </a:p>
          <a:p>
            <a:pPr lvl="1"/>
            <a:r>
              <a:rPr lang="en-US" altLang="zh-CN" dirty="0" smtClean="0"/>
              <a:t>2∶</a:t>
            </a:r>
            <a:r>
              <a:rPr lang="zh-CN" altLang="en-US" dirty="0" smtClean="0"/>
              <a:t>相当于由键盘输入 </a:t>
            </a:r>
            <a:r>
              <a:rPr lang="en-US" altLang="zh-CN" dirty="0" smtClean="0"/>
              <a:t>[ctrl]-c </a:t>
            </a:r>
            <a:r>
              <a:rPr lang="zh-CN" altLang="en-US" dirty="0" smtClean="0"/>
              <a:t>的动作；</a:t>
            </a:r>
          </a:p>
          <a:p>
            <a:pPr lvl="1"/>
            <a:r>
              <a:rPr lang="en-US" altLang="zh-CN" dirty="0" smtClean="0"/>
              <a:t>9∶</a:t>
            </a:r>
            <a:r>
              <a:rPr lang="zh-CN" altLang="en-US" dirty="0" smtClean="0"/>
              <a:t>杀掉一些无法正常结束的进程；</a:t>
            </a:r>
          </a:p>
          <a:p>
            <a:pPr lvl="1"/>
            <a:r>
              <a:rPr lang="en-US" altLang="zh-CN" dirty="0" smtClean="0"/>
              <a:t>15∶</a:t>
            </a:r>
            <a:r>
              <a:rPr lang="zh-CN" altLang="en-US" dirty="0" smtClean="0"/>
              <a:t>以正常的程序方式终止进程。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kill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1081260"/>
          </a:xfrm>
        </p:spPr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err="1" smtClean="0"/>
              <a:t>ps</a:t>
            </a:r>
            <a:r>
              <a:rPr lang="en-US" altLang="zh-CN" dirty="0" smtClean="0"/>
              <a:t> -</a:t>
            </a:r>
            <a:r>
              <a:rPr lang="en-US" altLang="zh-CN" dirty="0" err="1" smtClean="0"/>
              <a:t>ef|grep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ssh</a:t>
            </a:r>
            <a:r>
              <a:rPr lang="zh-CN" altLang="en-US" dirty="0" smtClean="0"/>
              <a:t>查找</a:t>
            </a:r>
            <a:r>
              <a:rPr lang="en-US" altLang="zh-CN" dirty="0" err="1" smtClean="0"/>
              <a:t>ssh</a:t>
            </a:r>
            <a:r>
              <a:rPr lang="zh-CN" altLang="en-US" dirty="0" smtClean="0"/>
              <a:t>相关的进程，然后强制杀掉第一个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" y="3643314"/>
            <a:ext cx="89535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4062</TotalTime>
  <Words>461</Words>
  <PresentationFormat>全屏显示(4:3)</PresentationFormat>
  <Paragraphs>63</Paragraphs>
  <Slides>10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课件模版2015-10-26</vt:lpstr>
      <vt:lpstr>命令(性能测试时重点用)</vt:lpstr>
      <vt:lpstr>date</vt:lpstr>
      <vt:lpstr>例子</vt:lpstr>
      <vt:lpstr>例子</vt:lpstr>
      <vt:lpstr>top</vt:lpstr>
      <vt:lpstr>例子</vt:lpstr>
      <vt:lpstr>ps</vt:lpstr>
      <vt:lpstr>例子</vt:lpstr>
      <vt:lpstr>kill</vt:lpstr>
      <vt:lpstr>例子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Sky123.Org</cp:lastModifiedBy>
  <cp:revision>556</cp:revision>
  <dcterms:created xsi:type="dcterms:W3CDTF">2015-10-26T03:38:06Z</dcterms:created>
  <dcterms:modified xsi:type="dcterms:W3CDTF">2016-08-25T08:45:35Z</dcterms:modified>
</cp:coreProperties>
</file>
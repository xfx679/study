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7" r:id="rId4"/>
    <p:sldId id="259" r:id="rId5"/>
    <p:sldId id="280" r:id="rId6"/>
    <p:sldId id="289" r:id="rId7"/>
    <p:sldId id="281" r:id="rId8"/>
    <p:sldId id="276" r:id="rId9"/>
    <p:sldId id="268" r:id="rId10"/>
    <p:sldId id="288" r:id="rId11"/>
    <p:sldId id="266" r:id="rId12"/>
    <p:sldId id="27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 autoAdjust="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277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3FF70-1E2B-4C68-A0DD-BA0D01535894}" type="datetimeFigureOut">
              <a:rPr lang="zh-CN" altLang="en-US" smtClean="0"/>
              <a:t>2019/3/14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F25318-EC65-4A9A-9533-854F50F025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6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0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518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194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12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05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53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31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19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55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5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6340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093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85877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576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574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23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5FE9C-3B07-4C65-A4DC-2930A6AB01D0}" type="datetimeFigureOut">
              <a:rPr lang="zh-CN" altLang="en-US" smtClean="0"/>
              <a:pPr/>
              <a:t>2019/3/14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F1301E-043F-4BDF-BFDE-B5AABA6763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27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pis.xin.com/city/lists&#20026;&#20363;&#65292;&#21019;&#24314;&#21387;&#27979;&#33050;&#26412;&#12290;5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14898" y="2841378"/>
            <a:ext cx="8915399" cy="2262781"/>
          </a:xfrm>
        </p:spPr>
        <p:txBody>
          <a:bodyPr/>
          <a:lstStyle/>
          <a:p>
            <a:r>
              <a:rPr lang="zh-CN" altLang="en-US" dirty="0" smtClean="0"/>
              <a:t>压力测试之</a:t>
            </a:r>
            <a:r>
              <a:rPr lang="en-US" altLang="zh-CN" dirty="0" err="1" smtClean="0"/>
              <a:t>Jmeter</a:t>
            </a:r>
            <a:r>
              <a:rPr lang="zh-CN" altLang="en-US" dirty="0" smtClean="0"/>
              <a:t>脚本编写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69773" y="5731717"/>
            <a:ext cx="8915399" cy="1126283"/>
          </a:xfrm>
        </p:spPr>
        <p:txBody>
          <a:bodyPr>
            <a:normAutofit/>
          </a:bodyPr>
          <a:lstStyle/>
          <a:p>
            <a:pPr lvl="1" algn="r"/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高佳亮</a:t>
            </a:r>
            <a:endParaRPr lang="en-US" altLang="zh-CN" sz="18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                                                                       2019.3.14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2079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r>
              <a:rPr lang="zh-CN" altLang="en-US" dirty="0" smtClean="0"/>
              <a:t>做压力测试前需要知道哪些？</a:t>
            </a:r>
            <a:endParaRPr lang="en-US" altLang="zh-CN" dirty="0" smtClean="0"/>
          </a:p>
          <a:p>
            <a:r>
              <a:rPr lang="en-US" altLang="zh-CN" dirty="0" err="1" smtClean="0"/>
              <a:t>Jmeter</a:t>
            </a:r>
            <a:r>
              <a:rPr lang="zh-CN" altLang="en-US" dirty="0" smtClean="0"/>
              <a:t>环境配置</a:t>
            </a:r>
            <a:endParaRPr lang="en-US" altLang="zh-CN" dirty="0" smtClean="0"/>
          </a:p>
          <a:p>
            <a:r>
              <a:rPr lang="zh-CN" altLang="en-US" dirty="0" smtClean="0"/>
              <a:t>设计测试计划</a:t>
            </a:r>
            <a:endParaRPr lang="en-US" altLang="zh-CN" dirty="0" smtClean="0"/>
          </a:p>
          <a:p>
            <a:r>
              <a:rPr lang="en-US" altLang="zh-CN" dirty="0" err="1" smtClean="0"/>
              <a:t>Jmeter</a:t>
            </a:r>
            <a:r>
              <a:rPr lang="zh-CN" altLang="en-US" dirty="0" smtClean="0"/>
              <a:t>脚本编写</a:t>
            </a:r>
            <a:endParaRPr lang="en-US" altLang="zh-CN" dirty="0" smtClean="0"/>
          </a:p>
          <a:p>
            <a:r>
              <a:rPr lang="zh-CN" altLang="en-US" dirty="0" smtClean="0"/>
              <a:t>记录压测时的数据</a:t>
            </a:r>
            <a:endParaRPr lang="en-US" altLang="zh-CN" dirty="0" smtClean="0"/>
          </a:p>
          <a:p>
            <a:r>
              <a:rPr lang="zh-CN" altLang="en-US" dirty="0" smtClean="0"/>
              <a:t>分析数据，生成测试报告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335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做压力测试前需要知道哪些？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压力测试：对系统不断施加压力的测试，是通过确定一个系统的瓶颈或者不能接受的性能点，来获得系统能够提供的最大服务级别的测试。</a:t>
            </a:r>
            <a:endParaRPr lang="en-US" altLang="zh-CN" dirty="0" smtClean="0"/>
          </a:p>
          <a:p>
            <a:r>
              <a:rPr lang="zh-CN" altLang="en-US" dirty="0" smtClean="0"/>
              <a:t>压力</a:t>
            </a:r>
            <a:r>
              <a:rPr lang="zh-CN" altLang="en-US" dirty="0"/>
              <a:t>测试分两种场景：一种是单场景，压一个接口的；第二种是混合场景，多个有关联的接口。压测时间，一般场景都运行</a:t>
            </a:r>
            <a:r>
              <a:rPr lang="en-US" altLang="zh-CN" dirty="0"/>
              <a:t>10-15</a:t>
            </a:r>
            <a:r>
              <a:rPr lang="zh-CN" altLang="en-US" dirty="0"/>
              <a:t>分钟。如果是疲劳测试，可以压一天或一周，根据实际情况来定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压测前要明确压测功能和压测指标，一般需要确定的几个问题：</a:t>
            </a:r>
          </a:p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、固定</a:t>
            </a:r>
            <a:r>
              <a:rPr lang="zh-CN" altLang="en-US" dirty="0"/>
              <a:t>接口参数进行压测还是进行接口参数随机化压测？</a:t>
            </a:r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、要求</a:t>
            </a:r>
            <a:r>
              <a:rPr lang="zh-CN" altLang="en-US" dirty="0"/>
              <a:t>支持多少并发数？</a:t>
            </a:r>
          </a:p>
          <a:p>
            <a:pPr marL="0" indent="0"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TPS</a:t>
            </a:r>
            <a:r>
              <a:rPr lang="zh-CN" altLang="en-US" dirty="0"/>
              <a:t>（每秒钟处理事务数）目标多少？响应时间要达到多少？</a:t>
            </a:r>
          </a:p>
          <a:p>
            <a:pPr marL="0" indent="0"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、压</a:t>
            </a:r>
            <a:r>
              <a:rPr lang="zh-CN" altLang="en-US" dirty="0"/>
              <a:t>服务器名称还是压服务器</a:t>
            </a:r>
            <a:r>
              <a:rPr lang="en-US" altLang="zh-CN" dirty="0"/>
              <a:t>IP</a:t>
            </a:r>
            <a:r>
              <a:rPr lang="zh-CN" altLang="en-US" dirty="0"/>
              <a:t>，一般都是压测指定的服务器</a:t>
            </a:r>
          </a:p>
          <a:p>
            <a:pPr marL="0" indent="0">
              <a:buNone/>
            </a:pP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57940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Jmeter</a:t>
            </a:r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84497" y="2147248"/>
            <a:ext cx="8915400" cy="3777622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在安装</a:t>
            </a:r>
            <a:r>
              <a:rPr lang="en-US" altLang="zh-CN" dirty="0" err="1" smtClean="0"/>
              <a:t>Jmeter</a:t>
            </a:r>
            <a:r>
              <a:rPr lang="zh-CN" altLang="en-US" dirty="0" smtClean="0"/>
              <a:t>之前，先检查下电脑有没有安装</a:t>
            </a:r>
            <a:r>
              <a:rPr lang="en-US" altLang="zh-CN" dirty="0" smtClean="0"/>
              <a:t>JDK</a:t>
            </a:r>
          </a:p>
          <a:p>
            <a:pPr marL="0" indent="0">
              <a:buNone/>
            </a:pPr>
            <a:r>
              <a:rPr lang="zh-CN" altLang="en-US" dirty="0" smtClean="0"/>
              <a:t>如何检查：</a:t>
            </a:r>
            <a:r>
              <a:rPr lang="en-US" altLang="zh-CN" dirty="0" smtClean="0"/>
              <a:t>win+	R     </a:t>
            </a:r>
            <a:r>
              <a:rPr lang="zh-CN" altLang="en-US" dirty="0" smtClean="0"/>
              <a:t>输入</a:t>
            </a:r>
            <a:r>
              <a:rPr lang="en-US" altLang="zh-CN" dirty="0" err="1" smtClean="0"/>
              <a:t>cmd</a:t>
            </a:r>
            <a:r>
              <a:rPr lang="en-US" altLang="zh-CN" dirty="0" smtClean="0"/>
              <a:t>-</a:t>
            </a:r>
            <a:r>
              <a:rPr lang="zh-CN" altLang="en-US" dirty="0" smtClean="0"/>
              <a:t>回车</a:t>
            </a:r>
            <a:r>
              <a:rPr lang="en-US" altLang="zh-CN" dirty="0" smtClean="0"/>
              <a:t>-</a:t>
            </a:r>
            <a:r>
              <a:rPr lang="zh-CN" altLang="en-US" dirty="0" smtClean="0"/>
              <a:t>进入命令行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 smtClean="0"/>
              <a:t>输入</a:t>
            </a:r>
            <a:r>
              <a:rPr lang="en-US" altLang="zh-CN" dirty="0" smtClean="0"/>
              <a:t>java –version</a:t>
            </a:r>
          </a:p>
          <a:p>
            <a:pPr marL="0" indent="0">
              <a:buNone/>
            </a:pPr>
            <a:endParaRPr lang="zh-CN" altLang="en-US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497" y="3328080"/>
            <a:ext cx="6323809" cy="20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4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99815" y="1944709"/>
            <a:ext cx="8915400" cy="46619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、下载一个</a:t>
            </a:r>
            <a:r>
              <a:rPr lang="en-US" altLang="zh-CN" dirty="0" err="1" smtClean="0"/>
              <a:t>jmeter</a:t>
            </a:r>
            <a:r>
              <a:rPr lang="zh-CN" altLang="en-US" dirty="0" smtClean="0"/>
              <a:t>的安装包，解压到指定的路径。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例如：</a:t>
            </a:r>
            <a:r>
              <a:rPr lang="en-US" altLang="zh-CN" dirty="0"/>
              <a:t>D:\Program Files (x86)\</a:t>
            </a:r>
            <a:r>
              <a:rPr lang="en-US" altLang="zh-CN" dirty="0" smtClean="0"/>
              <a:t>apache-jmeter-2.11</a:t>
            </a:r>
          </a:p>
          <a:p>
            <a:pPr marL="0" indent="0">
              <a:buNone/>
            </a:pPr>
            <a:r>
              <a:rPr lang="en-US" altLang="zh-CN" dirty="0" smtClean="0"/>
              <a:t>2</a:t>
            </a:r>
            <a:r>
              <a:rPr lang="zh-CN" altLang="en-US" dirty="0" smtClean="0"/>
              <a:t>、配置环境变量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系统变量</a:t>
            </a:r>
            <a:r>
              <a:rPr lang="en-US" altLang="zh-CN" dirty="0" smtClean="0"/>
              <a:t>-</a:t>
            </a:r>
            <a:r>
              <a:rPr lang="zh-CN" altLang="en-US" dirty="0" smtClean="0"/>
              <a:t>新建  变量：</a:t>
            </a:r>
            <a:r>
              <a:rPr lang="en-US" altLang="zh-CN" dirty="0" smtClean="0"/>
              <a:t>JMETER_HOME  </a:t>
            </a:r>
            <a:r>
              <a:rPr lang="zh-CN" altLang="en-US" dirty="0" smtClean="0"/>
              <a:t>值：</a:t>
            </a:r>
            <a:r>
              <a:rPr lang="en-US" altLang="zh-CN" dirty="0" err="1" smtClean="0"/>
              <a:t>jmeter</a:t>
            </a:r>
            <a:r>
              <a:rPr lang="zh-CN" altLang="en-US" dirty="0" smtClean="0"/>
              <a:t>安装的路径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zh-CN" altLang="en-US" dirty="0"/>
              <a:t>再修改</a:t>
            </a:r>
            <a:r>
              <a:rPr lang="en-US" altLang="zh-CN" dirty="0"/>
              <a:t>CLASSPATH</a:t>
            </a:r>
            <a:r>
              <a:rPr lang="zh-CN" altLang="en-US" dirty="0"/>
              <a:t>变量，变量值中添加</a:t>
            </a:r>
            <a:r>
              <a:rPr lang="en-US" altLang="zh-CN" dirty="0" smtClean="0"/>
              <a:t>:</a:t>
            </a:r>
          </a:p>
          <a:p>
            <a:pPr marL="0" indent="0">
              <a:buNone/>
            </a:pPr>
            <a:r>
              <a:rPr lang="en-US" altLang="zh-CN" dirty="0"/>
              <a:t>%JMETER_HOME%\lib\</a:t>
            </a:r>
            <a:r>
              <a:rPr lang="en-US" altLang="zh-CN" dirty="0" err="1"/>
              <a:t>ext</a:t>
            </a:r>
            <a:r>
              <a:rPr lang="en-US" altLang="zh-CN" dirty="0"/>
              <a:t>\ApacheJMeter_core.jar;%JMETER_HOME%\lib\jorphan.jar;%JMETER_HOME%\lib\logkit-1.2.jar</a:t>
            </a:r>
            <a:r>
              <a:rPr lang="en-US" altLang="zh-CN" dirty="0" smtClean="0"/>
              <a:t>;</a:t>
            </a:r>
          </a:p>
          <a:p>
            <a:pPr marL="0" indent="0">
              <a:buNone/>
            </a:pPr>
            <a:r>
              <a:rPr lang="en-US" altLang="zh-CN" dirty="0" smtClean="0"/>
              <a:t>4</a:t>
            </a:r>
            <a:r>
              <a:rPr lang="zh-CN" altLang="en-US" dirty="0" smtClean="0"/>
              <a:t>、</a:t>
            </a:r>
            <a:r>
              <a:rPr lang="zh-CN" altLang="en-US" dirty="0"/>
              <a:t>点击</a:t>
            </a:r>
            <a:r>
              <a:rPr lang="en-US" altLang="zh-CN" dirty="0" err="1"/>
              <a:t>JMeter</a:t>
            </a:r>
            <a:r>
              <a:rPr lang="zh-CN" altLang="en-US" dirty="0"/>
              <a:t>目录下</a:t>
            </a:r>
            <a:r>
              <a:rPr lang="en-US" altLang="zh-CN" dirty="0"/>
              <a:t>bin</a:t>
            </a:r>
            <a:r>
              <a:rPr lang="zh-CN" altLang="en-US" dirty="0"/>
              <a:t>文件夹里的</a:t>
            </a:r>
            <a:r>
              <a:rPr lang="en-US" altLang="zh-CN" dirty="0"/>
              <a:t>jmeter.bat</a:t>
            </a:r>
            <a:r>
              <a:rPr lang="zh-CN" altLang="en-US" dirty="0"/>
              <a:t>就可以打开</a:t>
            </a:r>
            <a:r>
              <a:rPr lang="en-US" altLang="zh-CN" dirty="0" err="1"/>
              <a:t>Jmeter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89212" y="2146479"/>
            <a:ext cx="8915400" cy="3777622"/>
          </a:xfrm>
        </p:spPr>
        <p:txBody>
          <a:bodyPr/>
          <a:lstStyle/>
          <a:p>
            <a:r>
              <a:rPr lang="zh-CN" altLang="zh-CN" dirty="0"/>
              <a:t>本次以接口</a:t>
            </a:r>
            <a:r>
              <a:rPr lang="en-US" altLang="zh-CN" u="sng" dirty="0">
                <a:hlinkClick r:id="rId2"/>
              </a:rPr>
              <a:t>https://</a:t>
            </a:r>
            <a:r>
              <a:rPr lang="en-US" altLang="zh-CN" u="sng" dirty="0" smtClean="0">
                <a:hlinkClick r:id="rId2"/>
              </a:rPr>
              <a:t>apis.xin.com/city/lists</a:t>
            </a:r>
            <a:r>
              <a:rPr lang="en-US" altLang="zh-CN" dirty="0" smtClean="0">
                <a:hlinkClick r:id="rId2"/>
              </a:rPr>
              <a:t> </a:t>
            </a:r>
            <a:r>
              <a:rPr lang="en-US" altLang="zh-CN" dirty="0" smtClean="0"/>
              <a:t>  </a:t>
            </a:r>
            <a:r>
              <a:rPr lang="zh-CN" altLang="en-US" dirty="0"/>
              <a:t>为</a:t>
            </a:r>
            <a:r>
              <a:rPr lang="zh-CN" altLang="en-US" dirty="0" smtClean="0"/>
              <a:t>例创建脚本，</a:t>
            </a:r>
            <a:r>
              <a:rPr lang="en-US" altLang="zh-CN" dirty="0" smtClean="0"/>
              <a:t>50</a:t>
            </a:r>
            <a:r>
              <a:rPr lang="zh-CN" altLang="zh-CN" dirty="0" smtClean="0"/>
              <a:t>个</a:t>
            </a:r>
            <a:r>
              <a:rPr lang="zh-CN" altLang="zh-CN" dirty="0"/>
              <a:t>虚拟用户</a:t>
            </a:r>
          </a:p>
          <a:p>
            <a:r>
              <a:rPr lang="zh-CN" altLang="zh-CN" dirty="0"/>
              <a:t>其他地方没有说明的，则无需改动</a:t>
            </a:r>
          </a:p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altLang="zh-CN" dirty="0" err="1" smtClean="0"/>
              <a:t>Jmeter</a:t>
            </a:r>
            <a:r>
              <a:rPr lang="zh-CN" altLang="en-US" dirty="0" smtClean="0"/>
              <a:t>脚本编写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896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</p:nvPr>
        </p:nvSpPr>
        <p:spPr>
          <a:xfrm>
            <a:off x="2589212" y="618186"/>
            <a:ext cx="8915400" cy="5293036"/>
          </a:xfrm>
        </p:spPr>
        <p:txBody>
          <a:bodyPr>
            <a:normAutofit/>
          </a:bodyPr>
          <a:lstStyle/>
          <a:p>
            <a:pPr lvl="0"/>
            <a:r>
              <a:rPr lang="zh-CN" altLang="zh-CN" dirty="0"/>
              <a:t>启动</a:t>
            </a:r>
            <a:r>
              <a:rPr lang="en-US" altLang="zh-CN" dirty="0" err="1"/>
              <a:t>Jmeter</a:t>
            </a:r>
            <a:r>
              <a:rPr lang="zh-CN" altLang="zh-CN" dirty="0"/>
              <a:t>，创建一个测试计划。</a:t>
            </a:r>
          </a:p>
          <a:p>
            <a:pPr marL="0" indent="0">
              <a:buNone/>
            </a:pPr>
            <a:r>
              <a:rPr lang="en-US" altLang="zh-CN" dirty="0"/>
              <a:t>a</a:t>
            </a:r>
            <a:r>
              <a:rPr lang="en-US" altLang="zh-CN" dirty="0" smtClean="0"/>
              <a:t>.  </a:t>
            </a:r>
            <a:r>
              <a:rPr lang="zh-CN" altLang="zh-CN" dirty="0" smtClean="0"/>
              <a:t>测试计划</a:t>
            </a:r>
            <a:r>
              <a:rPr lang="zh-CN" altLang="zh-CN" dirty="0"/>
              <a:t>命名规范：域名</a:t>
            </a:r>
            <a:r>
              <a:rPr lang="en-US" altLang="zh-CN" dirty="0"/>
              <a:t>-</a:t>
            </a:r>
            <a:r>
              <a:rPr lang="zh-CN" altLang="zh-CN" dirty="0"/>
              <a:t>并发用户量</a:t>
            </a:r>
            <a:r>
              <a:rPr lang="en-US" altLang="zh-CN" dirty="0"/>
              <a:t>-</a:t>
            </a:r>
            <a:r>
              <a:rPr lang="zh-CN" altLang="zh-CN" dirty="0"/>
              <a:t>接口用途场景</a:t>
            </a:r>
          </a:p>
          <a:p>
            <a:pPr marL="0" indent="0">
              <a:buNone/>
            </a:pPr>
            <a:r>
              <a:rPr lang="en-US" altLang="zh-CN" dirty="0"/>
              <a:t>b</a:t>
            </a:r>
            <a:r>
              <a:rPr lang="en-US" altLang="zh-CN" dirty="0" smtClean="0"/>
              <a:t>.  </a:t>
            </a:r>
            <a:r>
              <a:rPr lang="zh-CN" altLang="zh-CN" dirty="0" smtClean="0"/>
              <a:t>注释</a:t>
            </a:r>
            <a:r>
              <a:rPr lang="zh-CN" altLang="zh-CN" dirty="0"/>
              <a:t>：</a:t>
            </a:r>
            <a:r>
              <a:rPr lang="en-US" altLang="zh-CN" dirty="0"/>
              <a:t>APIS</a:t>
            </a:r>
            <a:r>
              <a:rPr lang="zh-CN" altLang="zh-CN" dirty="0"/>
              <a:t>域名下</a:t>
            </a:r>
            <a:r>
              <a:rPr lang="en-US" altLang="zh-CN" dirty="0"/>
              <a:t>50</a:t>
            </a:r>
            <a:r>
              <a:rPr lang="zh-CN" altLang="zh-CN" dirty="0"/>
              <a:t>并发用户量的获取城市列表页的场景</a:t>
            </a:r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en-US" altLang="zh-CN" dirty="0" smtClean="0"/>
              <a:t>.  </a:t>
            </a:r>
            <a:r>
              <a:rPr lang="zh-CN" altLang="zh-CN" dirty="0" smtClean="0"/>
              <a:t>用户</a:t>
            </a:r>
            <a:r>
              <a:rPr lang="zh-CN" altLang="zh-CN" dirty="0"/>
              <a:t>变量的填写：名称</a:t>
            </a:r>
            <a:r>
              <a:rPr lang="en-US" altLang="zh-CN" dirty="0" err="1"/>
              <a:t>scirpt-desc</a:t>
            </a:r>
            <a:r>
              <a:rPr lang="en-US" altLang="zh-CN" dirty="0"/>
              <a:t> </a:t>
            </a:r>
            <a:r>
              <a:rPr lang="zh-CN" altLang="zh-CN" dirty="0"/>
              <a:t>值：本脚本为</a:t>
            </a:r>
            <a:r>
              <a:rPr lang="en-US" altLang="zh-CN" dirty="0"/>
              <a:t>APIS</a:t>
            </a:r>
            <a:r>
              <a:rPr lang="zh-CN" altLang="zh-CN" dirty="0"/>
              <a:t>域名下</a:t>
            </a:r>
            <a:r>
              <a:rPr lang="en-US" altLang="zh-CN" dirty="0"/>
              <a:t>50</a:t>
            </a:r>
            <a:r>
              <a:rPr lang="zh-CN" altLang="zh-CN" dirty="0"/>
              <a:t>并发用户量的获取城市列表页的压测</a:t>
            </a:r>
          </a:p>
          <a:p>
            <a:r>
              <a:rPr lang="zh-CN" altLang="zh-CN" dirty="0" smtClean="0"/>
              <a:t>在</a:t>
            </a:r>
            <a:r>
              <a:rPr lang="zh-CN" altLang="zh-CN" dirty="0"/>
              <a:t>测试计划下，添加一个线程组。在测试计划上右键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-threads</a:t>
            </a:r>
            <a:r>
              <a:rPr lang="zh-CN" altLang="zh-CN" dirty="0"/>
              <a:t>（</a:t>
            </a:r>
            <a:r>
              <a:rPr lang="en-US" altLang="zh-CN" dirty="0"/>
              <a:t>user</a:t>
            </a:r>
            <a:r>
              <a:rPr lang="zh-CN" altLang="zh-CN" dirty="0"/>
              <a:t>）</a:t>
            </a:r>
            <a:r>
              <a:rPr lang="en-US" altLang="zh-CN" dirty="0"/>
              <a:t>-</a:t>
            </a:r>
            <a:r>
              <a:rPr lang="zh-CN" altLang="zh-CN" dirty="0"/>
              <a:t>线程组</a:t>
            </a:r>
          </a:p>
          <a:p>
            <a:pPr marL="0" indent="0">
              <a:buNone/>
            </a:pPr>
            <a:r>
              <a:rPr lang="en-US" altLang="zh-CN" dirty="0"/>
              <a:t>a</a:t>
            </a:r>
            <a:r>
              <a:rPr lang="zh-CN" altLang="zh-CN" dirty="0"/>
              <a:t>．线程组命名规范：</a:t>
            </a:r>
            <a:r>
              <a:rPr lang="en-US" altLang="zh-CN" dirty="0" err="1"/>
              <a:t>city_lists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</a:t>
            </a:r>
            <a:r>
              <a:rPr lang="en-US" altLang="zh-CN" dirty="0" smtClean="0"/>
              <a:t>.   </a:t>
            </a:r>
            <a:r>
              <a:rPr lang="zh-CN" altLang="zh-CN" dirty="0" smtClean="0"/>
              <a:t>注释</a:t>
            </a:r>
            <a:r>
              <a:rPr lang="zh-CN" altLang="zh-CN" dirty="0"/>
              <a:t>：</a:t>
            </a:r>
            <a:r>
              <a:rPr lang="en-US" altLang="zh-CN" dirty="0" err="1"/>
              <a:t>city_lists</a:t>
            </a:r>
            <a:r>
              <a:rPr lang="zh-CN" altLang="zh-CN" dirty="0"/>
              <a:t>的线程组</a:t>
            </a:r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en-US" altLang="zh-CN" dirty="0" smtClean="0"/>
              <a:t>.   </a:t>
            </a:r>
            <a:r>
              <a:rPr lang="zh-CN" altLang="zh-CN" dirty="0" smtClean="0"/>
              <a:t>填写</a:t>
            </a:r>
            <a:r>
              <a:rPr lang="zh-CN" altLang="zh-CN" dirty="0"/>
              <a:t>对应虚拟用户的线程数和</a:t>
            </a:r>
            <a:r>
              <a:rPr lang="en-US" altLang="zh-CN" dirty="0"/>
              <a:t>Ramp-up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d</a:t>
            </a:r>
            <a:r>
              <a:rPr lang="zh-CN" altLang="zh-CN" dirty="0"/>
              <a:t>．循环次数勾选为永远</a:t>
            </a:r>
          </a:p>
          <a:p>
            <a:pPr marL="0" indent="0">
              <a:buNone/>
            </a:pPr>
            <a:r>
              <a:rPr lang="en-US" altLang="zh-CN" dirty="0"/>
              <a:t>e</a:t>
            </a:r>
            <a:r>
              <a:rPr lang="zh-CN" altLang="zh-CN" dirty="0"/>
              <a:t>．勾选调度</a:t>
            </a:r>
            <a:r>
              <a:rPr lang="zh-CN" altLang="zh-CN" dirty="0" smtClean="0"/>
              <a:t>器</a:t>
            </a:r>
          </a:p>
          <a:p>
            <a:pPr marL="0" indent="0">
              <a:buNone/>
            </a:pPr>
            <a:r>
              <a:rPr lang="en-US" altLang="zh-CN" dirty="0" smtClean="0"/>
              <a:t>      </a:t>
            </a:r>
            <a:r>
              <a:rPr lang="zh-CN" altLang="zh-CN" dirty="0" smtClean="0"/>
              <a:t>持续时间（</a:t>
            </a:r>
            <a:r>
              <a:rPr lang="en-US" altLang="zh-CN" dirty="0" smtClean="0"/>
              <a:t>s</a:t>
            </a:r>
            <a:r>
              <a:rPr lang="zh-CN" altLang="zh-CN" dirty="0" smtClean="0"/>
              <a:t>）</a:t>
            </a:r>
            <a:r>
              <a:rPr lang="en-US" altLang="zh-CN" dirty="0" smtClean="0"/>
              <a:t>240</a:t>
            </a:r>
            <a:endParaRPr lang="zh-CN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</a:t>
            </a:r>
            <a:r>
              <a:rPr lang="zh-CN" altLang="zh-CN" dirty="0"/>
              <a:t>启动延迟（</a:t>
            </a:r>
            <a:r>
              <a:rPr lang="en-US" altLang="zh-CN" dirty="0"/>
              <a:t>s</a:t>
            </a:r>
            <a:r>
              <a:rPr lang="zh-CN" altLang="zh-CN" dirty="0"/>
              <a:t>）</a:t>
            </a:r>
            <a:r>
              <a:rPr lang="en-US" altLang="zh-CN" dirty="0"/>
              <a:t> 0</a:t>
            </a:r>
            <a:endParaRPr lang="zh-CN" altLang="zh-CN" dirty="0"/>
          </a:p>
          <a:p>
            <a:pPr marL="0" indent="0">
              <a:buNone/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86377" y="167426"/>
            <a:ext cx="9418235" cy="6542468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zh-CN" altLang="zh-CN" dirty="0"/>
              <a:t>在线程组下，添加一个</a:t>
            </a:r>
            <a:r>
              <a:rPr lang="en-US" altLang="zh-CN" dirty="0"/>
              <a:t>HTTP</a:t>
            </a:r>
            <a:r>
              <a:rPr lang="zh-CN" altLang="zh-CN" dirty="0"/>
              <a:t>请求。在线程组上右键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-sampler-HTTP</a:t>
            </a:r>
            <a:r>
              <a:rPr lang="zh-CN" altLang="zh-CN" dirty="0"/>
              <a:t>请求</a:t>
            </a:r>
          </a:p>
          <a:p>
            <a:pPr marL="0" indent="0">
              <a:buNone/>
            </a:pPr>
            <a:r>
              <a:rPr lang="en-US" altLang="zh-CN" dirty="0"/>
              <a:t>Basic</a:t>
            </a:r>
            <a:r>
              <a:rPr lang="zh-CN" altLang="zh-CN" dirty="0"/>
              <a:t>设置</a:t>
            </a:r>
          </a:p>
          <a:p>
            <a:pPr marL="0" indent="0">
              <a:buNone/>
            </a:pPr>
            <a:r>
              <a:rPr lang="en-US" altLang="zh-CN" dirty="0"/>
              <a:t>a</a:t>
            </a:r>
            <a:r>
              <a:rPr lang="en-US" altLang="zh-CN" dirty="0" smtClean="0"/>
              <a:t>.   HTTP</a:t>
            </a:r>
            <a:r>
              <a:rPr lang="zh-CN" altLang="zh-CN" dirty="0"/>
              <a:t>请求命名规范：</a:t>
            </a:r>
            <a:r>
              <a:rPr lang="en-US" altLang="zh-CN" dirty="0" err="1"/>
              <a:t>city_lists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b</a:t>
            </a:r>
            <a:r>
              <a:rPr lang="en-US" altLang="zh-CN" dirty="0" smtClean="0"/>
              <a:t>.   </a:t>
            </a:r>
            <a:r>
              <a:rPr lang="zh-CN" altLang="zh-CN" dirty="0" smtClean="0"/>
              <a:t>注释</a:t>
            </a:r>
            <a:r>
              <a:rPr lang="zh-CN" altLang="zh-CN" dirty="0"/>
              <a:t>：</a:t>
            </a:r>
            <a:r>
              <a:rPr lang="en-US" altLang="zh-CN" dirty="0" err="1"/>
              <a:t>city_lists</a:t>
            </a:r>
            <a:r>
              <a:rPr lang="zh-CN" altLang="zh-CN" dirty="0"/>
              <a:t>的接口请求</a:t>
            </a:r>
          </a:p>
          <a:p>
            <a:pPr marL="0" indent="0">
              <a:buNone/>
            </a:pPr>
            <a:r>
              <a:rPr lang="en-US" altLang="zh-CN" dirty="0"/>
              <a:t>c</a:t>
            </a:r>
            <a:r>
              <a:rPr lang="zh-CN" altLang="zh-CN" dirty="0"/>
              <a:t>．协议为</a:t>
            </a:r>
            <a:r>
              <a:rPr lang="en-US" altLang="zh-CN" dirty="0"/>
              <a:t>HTTPS</a:t>
            </a:r>
            <a:r>
              <a:rPr lang="zh-CN" altLang="zh-CN" dirty="0"/>
              <a:t>（不区分大小写）</a:t>
            </a:r>
          </a:p>
          <a:p>
            <a:pPr marL="0" indent="0">
              <a:buNone/>
            </a:pPr>
            <a:r>
              <a:rPr lang="en-US" altLang="zh-CN" dirty="0"/>
              <a:t>d</a:t>
            </a:r>
            <a:r>
              <a:rPr lang="zh-CN" altLang="zh-CN" dirty="0"/>
              <a:t>．方法：</a:t>
            </a:r>
            <a:r>
              <a:rPr lang="en-US" altLang="zh-CN" dirty="0"/>
              <a:t>get</a:t>
            </a:r>
            <a:r>
              <a:rPr lang="zh-CN" altLang="zh-CN" dirty="0"/>
              <a:t>或</a:t>
            </a:r>
            <a:r>
              <a:rPr lang="en-US" altLang="zh-CN" dirty="0"/>
              <a:t>post</a:t>
            </a:r>
            <a:r>
              <a:rPr lang="zh-CN" altLang="zh-CN" dirty="0"/>
              <a:t>（根据接口定）</a:t>
            </a:r>
            <a:r>
              <a:rPr lang="en-US" altLang="zh-CN" dirty="0"/>
              <a:t>  </a:t>
            </a:r>
            <a:r>
              <a:rPr lang="zh-CN" altLang="zh-CN" dirty="0"/>
              <a:t>服务器名称或</a:t>
            </a:r>
            <a:r>
              <a:rPr lang="en-US" altLang="zh-CN" dirty="0"/>
              <a:t>IP </a:t>
            </a:r>
            <a:r>
              <a:rPr lang="zh-CN" altLang="zh-CN" dirty="0"/>
              <a:t>：</a:t>
            </a:r>
            <a:r>
              <a:rPr lang="en-US" altLang="zh-CN" dirty="0"/>
              <a:t>apis.xin.com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e</a:t>
            </a:r>
            <a:r>
              <a:rPr lang="zh-CN" altLang="zh-CN" dirty="0" smtClean="0"/>
              <a:t>．</a:t>
            </a:r>
            <a:r>
              <a:rPr lang="en-US" altLang="zh-CN" dirty="0" smtClean="0"/>
              <a:t> </a:t>
            </a:r>
            <a:r>
              <a:rPr lang="zh-CN" altLang="zh-CN" dirty="0" smtClean="0"/>
              <a:t>路径</a:t>
            </a:r>
            <a:r>
              <a:rPr lang="en-US" altLang="zh-CN" dirty="0"/>
              <a:t>:/city/lists(</a:t>
            </a:r>
            <a:r>
              <a:rPr lang="zh-CN" altLang="zh-CN" dirty="0"/>
              <a:t>斜杠不能没有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f</a:t>
            </a:r>
            <a:r>
              <a:rPr lang="zh-CN" altLang="zh-CN" dirty="0" smtClean="0"/>
              <a:t>．</a:t>
            </a:r>
            <a:r>
              <a:rPr lang="en-US" altLang="zh-CN" dirty="0" smtClean="0"/>
              <a:t>  </a:t>
            </a:r>
            <a:r>
              <a:rPr lang="zh-CN" altLang="zh-CN" dirty="0" smtClean="0"/>
              <a:t>端口</a:t>
            </a:r>
            <a:r>
              <a:rPr lang="zh-CN" altLang="zh-CN" dirty="0"/>
              <a:t>号：</a:t>
            </a:r>
            <a:r>
              <a:rPr lang="en-US" altLang="zh-CN" dirty="0"/>
              <a:t>HTTPS:443  HTTP</a:t>
            </a:r>
            <a:r>
              <a:rPr lang="zh-CN" altLang="zh-CN" dirty="0"/>
              <a:t>：</a:t>
            </a:r>
            <a:r>
              <a:rPr lang="en-US" altLang="zh-CN" dirty="0"/>
              <a:t>80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g</a:t>
            </a:r>
            <a:r>
              <a:rPr lang="zh-CN" altLang="zh-CN" dirty="0"/>
              <a:t>．</a:t>
            </a:r>
            <a:r>
              <a:rPr lang="en-US" altLang="zh-CN" dirty="0"/>
              <a:t>Content encoding</a:t>
            </a:r>
            <a:r>
              <a:rPr lang="zh-CN" altLang="zh-CN" dirty="0"/>
              <a:t>（编码格式） ：</a:t>
            </a:r>
            <a:r>
              <a:rPr lang="en-US" altLang="zh-CN" dirty="0"/>
              <a:t>utf-8</a:t>
            </a:r>
            <a:r>
              <a:rPr lang="zh-CN" altLang="zh-CN" dirty="0"/>
              <a:t>（不区分大小写）</a:t>
            </a:r>
          </a:p>
          <a:p>
            <a:pPr marL="0" indent="0">
              <a:buNone/>
            </a:pPr>
            <a:r>
              <a:rPr lang="en-US" altLang="zh-CN" dirty="0"/>
              <a:t>h</a:t>
            </a:r>
            <a:r>
              <a:rPr lang="zh-CN" altLang="zh-CN" dirty="0" smtClean="0"/>
              <a:t>．</a:t>
            </a:r>
            <a:r>
              <a:rPr lang="en-US" altLang="zh-CN" dirty="0" smtClean="0"/>
              <a:t> Parameters</a:t>
            </a:r>
            <a:r>
              <a:rPr lang="zh-CN" altLang="zh-CN" dirty="0"/>
              <a:t>添加接口请求参数，需要添加接口所有的参数，必要的参数要做参数</a:t>
            </a:r>
            <a:r>
              <a:rPr lang="zh-CN" altLang="zh-CN" dirty="0" smtClean="0"/>
              <a:t>化</a:t>
            </a:r>
          </a:p>
          <a:p>
            <a:pPr marL="0" indent="0">
              <a:buNone/>
            </a:pPr>
            <a:r>
              <a:rPr lang="en-US" altLang="zh-CN" dirty="0" smtClean="0"/>
              <a:t>     </a:t>
            </a:r>
            <a:r>
              <a:rPr lang="zh-CN" altLang="zh-CN" dirty="0" smtClean="0"/>
              <a:t>例如：</a:t>
            </a:r>
            <a:r>
              <a:rPr lang="en-US" altLang="zh-CN" dirty="0" err="1" smtClean="0"/>
              <a:t>nb</a:t>
            </a:r>
            <a:r>
              <a:rPr lang="zh-CN" altLang="zh-CN" dirty="0" smtClean="0"/>
              <a:t>参数需要进行参数化</a:t>
            </a:r>
            <a:r>
              <a:rPr lang="en-US" altLang="zh-CN" dirty="0" smtClean="0"/>
              <a:t>  </a:t>
            </a:r>
            <a:r>
              <a:rPr lang="zh-CN" altLang="zh-CN" dirty="0" smtClean="0"/>
              <a:t>【名称：</a:t>
            </a:r>
            <a:r>
              <a:rPr lang="en-US" altLang="zh-CN" dirty="0" err="1" smtClean="0"/>
              <a:t>nb</a:t>
            </a:r>
            <a:r>
              <a:rPr lang="en-US" altLang="zh-CN" dirty="0" smtClean="0"/>
              <a:t>  </a:t>
            </a:r>
            <a:r>
              <a:rPr lang="zh-CN" altLang="zh-CN" dirty="0" smtClean="0"/>
              <a:t>值：</a:t>
            </a:r>
            <a:r>
              <a:rPr lang="en-US" altLang="zh-CN" dirty="0" smtClean="0"/>
              <a:t>${</a:t>
            </a:r>
            <a:r>
              <a:rPr lang="en-US" altLang="zh-CN" dirty="0" err="1" smtClean="0"/>
              <a:t>nb</a:t>
            </a:r>
            <a:r>
              <a:rPr lang="en-US" altLang="zh-CN" dirty="0" smtClean="0"/>
              <a:t>}</a:t>
            </a:r>
            <a:r>
              <a:rPr lang="zh-CN" altLang="zh-CN" dirty="0" smtClean="0"/>
              <a:t>】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zh-CN" dirty="0" smtClean="0"/>
              <a:t>进行</a:t>
            </a:r>
            <a:r>
              <a:rPr lang="zh-CN" altLang="zh-CN" dirty="0"/>
              <a:t>参数化：创建一个</a:t>
            </a:r>
            <a:r>
              <a:rPr lang="en-US" altLang="zh-CN" dirty="0"/>
              <a:t>TXT</a:t>
            </a:r>
            <a:r>
              <a:rPr lang="zh-CN" altLang="zh-CN" dirty="0"/>
              <a:t>文档，命名为</a:t>
            </a:r>
            <a:r>
              <a:rPr lang="en-US" altLang="zh-CN" dirty="0" err="1"/>
              <a:t>nb</a:t>
            </a:r>
            <a:r>
              <a:rPr lang="zh-CN" altLang="zh-CN" dirty="0"/>
              <a:t>，内容为</a:t>
            </a:r>
            <a:r>
              <a:rPr lang="en-US" altLang="zh-CN" dirty="0" err="1"/>
              <a:t>nb</a:t>
            </a:r>
            <a:r>
              <a:rPr lang="zh-CN" altLang="zh-CN" dirty="0"/>
              <a:t>号，每个</a:t>
            </a:r>
            <a:r>
              <a:rPr lang="en-US" altLang="zh-CN" dirty="0" err="1"/>
              <a:t>nb</a:t>
            </a:r>
            <a:r>
              <a:rPr lang="zh-CN" altLang="zh-CN" dirty="0"/>
              <a:t>单独一行。</a:t>
            </a:r>
          </a:p>
          <a:p>
            <a:pPr marL="0" indent="0">
              <a:buNone/>
            </a:pPr>
            <a:r>
              <a:rPr lang="en-US" altLang="zh-CN" dirty="0" err="1"/>
              <a:t>i</a:t>
            </a:r>
            <a:r>
              <a:rPr lang="en-US" altLang="zh-CN" dirty="0" smtClean="0"/>
              <a:t>.   </a:t>
            </a:r>
            <a:r>
              <a:rPr lang="zh-CN" altLang="zh-CN" dirty="0" smtClean="0"/>
              <a:t>上</a:t>
            </a:r>
            <a:r>
              <a:rPr lang="zh-CN" altLang="zh-CN" dirty="0"/>
              <a:t>传参数化文件：在测试计划</a:t>
            </a:r>
            <a:r>
              <a:rPr lang="en-US" altLang="zh-CN" dirty="0"/>
              <a:t>-</a:t>
            </a:r>
            <a:r>
              <a:rPr lang="zh-CN" altLang="zh-CN" dirty="0"/>
              <a:t>右键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</a:t>
            </a:r>
            <a:r>
              <a:rPr lang="zh-CN" altLang="zh-CN" dirty="0"/>
              <a:t>配置元件</a:t>
            </a:r>
            <a:r>
              <a:rPr lang="en-US" altLang="zh-CN" dirty="0"/>
              <a:t>-CSV</a:t>
            </a:r>
            <a:r>
              <a:rPr lang="zh-CN" altLang="zh-CN" dirty="0"/>
              <a:t>数据文件设置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zh-CN" dirty="0"/>
              <a:t>名称：为创建的文件名</a:t>
            </a:r>
            <a:r>
              <a:rPr lang="en-US" altLang="zh-CN" dirty="0" err="1"/>
              <a:t>nb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 smtClean="0"/>
              <a:t> </a:t>
            </a:r>
            <a:r>
              <a:rPr lang="zh-CN" altLang="zh-CN" dirty="0" smtClean="0"/>
              <a:t>文件</a:t>
            </a:r>
            <a:r>
              <a:rPr lang="zh-CN" altLang="zh-CN" dirty="0"/>
              <a:t>进行浏览</a:t>
            </a:r>
            <a:r>
              <a:rPr lang="en-US" altLang="zh-CN" dirty="0"/>
              <a:t>-</a:t>
            </a:r>
            <a:r>
              <a:rPr lang="zh-CN" altLang="zh-CN" dirty="0"/>
              <a:t>上传</a:t>
            </a:r>
          </a:p>
          <a:p>
            <a:pPr marL="0" indent="0">
              <a:buNone/>
            </a:pPr>
            <a:r>
              <a:rPr lang="en-US" altLang="zh-CN" dirty="0" smtClean="0"/>
              <a:t> </a:t>
            </a:r>
            <a:r>
              <a:rPr lang="zh-CN" altLang="zh-CN" dirty="0" smtClean="0"/>
              <a:t>变量</a:t>
            </a:r>
            <a:r>
              <a:rPr lang="zh-CN" altLang="zh-CN" dirty="0"/>
              <a:t>名称同文件名</a:t>
            </a:r>
            <a:r>
              <a:rPr lang="en-US" altLang="zh-CN" dirty="0" err="1"/>
              <a:t>nb</a:t>
            </a:r>
            <a:endParaRPr lang="zh-CN" altLang="zh-CN" dirty="0"/>
          </a:p>
          <a:p>
            <a:r>
              <a:rPr lang="en-US" altLang="zh-CN" dirty="0"/>
              <a:t>Advanced</a:t>
            </a:r>
            <a:r>
              <a:rPr lang="zh-CN" altLang="zh-CN" dirty="0"/>
              <a:t>设置</a:t>
            </a:r>
          </a:p>
          <a:p>
            <a:pPr marL="0" indent="0">
              <a:buNone/>
            </a:pPr>
            <a:r>
              <a:rPr lang="en-US" altLang="zh-CN" dirty="0" smtClean="0"/>
              <a:t>a</a:t>
            </a:r>
            <a:r>
              <a:rPr lang="zh-CN" altLang="zh-CN" dirty="0"/>
              <a:t>．</a:t>
            </a:r>
            <a:r>
              <a:rPr lang="en-US" altLang="zh-CN" dirty="0"/>
              <a:t>T </a:t>
            </a:r>
            <a:r>
              <a:rPr lang="en-US" altLang="zh-CN" dirty="0" err="1"/>
              <a:t>imeouts</a:t>
            </a:r>
            <a:r>
              <a:rPr lang="zh-CN" altLang="zh-CN" dirty="0"/>
              <a:t>中</a:t>
            </a:r>
            <a:r>
              <a:rPr lang="en-US" altLang="zh-CN" dirty="0"/>
              <a:t>connect</a:t>
            </a:r>
            <a:r>
              <a:rPr lang="zh-CN" altLang="zh-CN" dirty="0"/>
              <a:t>：</a:t>
            </a:r>
            <a:r>
              <a:rPr lang="en-US" altLang="zh-CN" dirty="0"/>
              <a:t>3000  response</a:t>
            </a:r>
            <a:r>
              <a:rPr lang="zh-CN" altLang="zh-CN" dirty="0"/>
              <a:t>：</a:t>
            </a:r>
            <a:r>
              <a:rPr lang="en-US" altLang="zh-CN" dirty="0"/>
              <a:t>10000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09662" y="1403797"/>
            <a:ext cx="8915400" cy="4507425"/>
          </a:xfrm>
        </p:spPr>
        <p:txBody>
          <a:bodyPr>
            <a:normAutofit/>
          </a:bodyPr>
          <a:lstStyle/>
          <a:p>
            <a:pPr lvl="0"/>
            <a:r>
              <a:rPr lang="zh-CN" altLang="zh-CN" dirty="0"/>
              <a:t>在线程组下，添加一个断言。在线程组上邮件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</a:t>
            </a:r>
            <a:r>
              <a:rPr lang="zh-CN" altLang="zh-CN" dirty="0"/>
              <a:t>断言</a:t>
            </a:r>
            <a:r>
              <a:rPr lang="en-US" altLang="zh-CN" dirty="0"/>
              <a:t>-</a:t>
            </a:r>
            <a:r>
              <a:rPr lang="zh-CN" altLang="zh-CN" dirty="0"/>
              <a:t>响应断言</a:t>
            </a:r>
          </a:p>
          <a:p>
            <a:pPr marL="0" indent="0">
              <a:buNone/>
            </a:pPr>
            <a:r>
              <a:rPr lang="en-US" altLang="zh-CN" dirty="0"/>
              <a:t>a</a:t>
            </a:r>
            <a:r>
              <a:rPr lang="zh-CN" altLang="zh-CN" dirty="0"/>
              <a:t>．添加一个断言</a:t>
            </a:r>
            <a:r>
              <a:rPr lang="en-US" altLang="zh-CN" dirty="0"/>
              <a:t>{“code”:2</a:t>
            </a:r>
            <a:endParaRPr lang="zh-CN" altLang="zh-CN" dirty="0"/>
          </a:p>
          <a:p>
            <a:r>
              <a:rPr lang="zh-CN" altLang="zh-CN" dirty="0" smtClean="0"/>
              <a:t>在</a:t>
            </a:r>
            <a:r>
              <a:rPr lang="zh-CN" altLang="zh-CN" dirty="0"/>
              <a:t>线程组下，添加一个定时器。在线程组上右键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</a:t>
            </a:r>
            <a:r>
              <a:rPr lang="zh-CN" altLang="zh-CN" dirty="0"/>
              <a:t>定时器</a:t>
            </a:r>
            <a:r>
              <a:rPr lang="en-US" altLang="zh-CN" dirty="0"/>
              <a:t>- Synchronizing Timer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 smtClean="0"/>
              <a:t>a</a:t>
            </a:r>
            <a:r>
              <a:rPr lang="zh-CN" altLang="zh-CN" dirty="0"/>
              <a:t>．</a:t>
            </a:r>
            <a:r>
              <a:rPr lang="en-US" altLang="zh-CN" dirty="0"/>
              <a:t>Number of simulated Users to Group by (</a:t>
            </a:r>
            <a:r>
              <a:rPr lang="zh-CN" altLang="zh-CN" dirty="0"/>
              <a:t>分组的模拟用户数</a:t>
            </a:r>
            <a:r>
              <a:rPr lang="en-US" altLang="zh-CN" dirty="0"/>
              <a:t>)</a:t>
            </a:r>
            <a:r>
              <a:rPr lang="zh-CN" altLang="zh-CN" dirty="0"/>
              <a:t>：</a:t>
            </a:r>
            <a:r>
              <a:rPr lang="en-US" altLang="zh-CN" dirty="0"/>
              <a:t>1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Timeout </a:t>
            </a:r>
            <a:r>
              <a:rPr lang="en-US" altLang="zh-CN" dirty="0"/>
              <a:t>in milliseconds</a:t>
            </a:r>
            <a:r>
              <a:rPr lang="zh-CN" altLang="zh-CN" dirty="0"/>
              <a:t>（超时（毫秒）） ：</a:t>
            </a:r>
            <a:r>
              <a:rPr lang="en-US" altLang="zh-CN" dirty="0" smtClean="0"/>
              <a:t>500</a:t>
            </a:r>
          </a:p>
          <a:p>
            <a:r>
              <a:rPr lang="zh-CN" altLang="zh-CN" dirty="0" smtClean="0"/>
              <a:t>在</a:t>
            </a:r>
            <a:r>
              <a:rPr lang="zh-CN" altLang="zh-CN" dirty="0"/>
              <a:t>线程组下，添加一个查看结果树。在线程组上右键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</a:t>
            </a:r>
            <a:r>
              <a:rPr lang="zh-CN" altLang="zh-CN" dirty="0"/>
              <a:t>监听器</a:t>
            </a:r>
            <a:r>
              <a:rPr lang="en-US" altLang="zh-CN" dirty="0"/>
              <a:t>-</a:t>
            </a:r>
            <a:r>
              <a:rPr lang="zh-CN" altLang="zh-CN" dirty="0"/>
              <a:t>查看结果树</a:t>
            </a:r>
          </a:p>
          <a:p>
            <a:r>
              <a:rPr lang="zh-CN" altLang="zh-CN" dirty="0" smtClean="0"/>
              <a:t>在</a:t>
            </a:r>
            <a:r>
              <a:rPr lang="zh-CN" altLang="zh-CN" dirty="0"/>
              <a:t>线程组下，添加一个聚合报告。在线程组上右键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</a:t>
            </a:r>
            <a:r>
              <a:rPr lang="zh-CN" altLang="zh-CN" dirty="0"/>
              <a:t>监听器</a:t>
            </a:r>
            <a:r>
              <a:rPr lang="en-US" altLang="zh-CN" dirty="0"/>
              <a:t>-</a:t>
            </a:r>
            <a:r>
              <a:rPr lang="zh-CN" altLang="zh-CN" dirty="0"/>
              <a:t>聚合报告 </a:t>
            </a:r>
          </a:p>
          <a:p>
            <a:r>
              <a:rPr lang="zh-CN" altLang="zh-CN" dirty="0" smtClean="0"/>
              <a:t>在</a:t>
            </a:r>
            <a:r>
              <a:rPr lang="zh-CN" altLang="zh-CN" dirty="0"/>
              <a:t>测试计划下，添加一个查看结果树。在测试计划上右键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</a:t>
            </a:r>
            <a:r>
              <a:rPr lang="zh-CN" altLang="zh-CN" dirty="0"/>
              <a:t>监听器</a:t>
            </a:r>
            <a:r>
              <a:rPr lang="en-US" altLang="zh-CN" dirty="0"/>
              <a:t>-</a:t>
            </a:r>
            <a:r>
              <a:rPr lang="zh-CN" altLang="zh-CN" dirty="0"/>
              <a:t>查看结果树</a:t>
            </a:r>
          </a:p>
          <a:p>
            <a:r>
              <a:rPr lang="zh-CN" altLang="zh-CN" dirty="0" smtClean="0"/>
              <a:t>在</a:t>
            </a:r>
            <a:r>
              <a:rPr lang="zh-CN" altLang="zh-CN" dirty="0"/>
              <a:t>测试计划下，添加一个聚合报告。在测试计划上右键</a:t>
            </a:r>
            <a:r>
              <a:rPr lang="en-US" altLang="zh-CN" dirty="0"/>
              <a:t>-</a:t>
            </a:r>
            <a:r>
              <a:rPr lang="zh-CN" altLang="zh-CN" dirty="0"/>
              <a:t>添加</a:t>
            </a:r>
            <a:r>
              <a:rPr lang="en-US" altLang="zh-CN" dirty="0"/>
              <a:t>-</a:t>
            </a:r>
            <a:r>
              <a:rPr lang="zh-CN" altLang="zh-CN" dirty="0"/>
              <a:t>监听器</a:t>
            </a:r>
            <a:r>
              <a:rPr lang="en-US" altLang="zh-CN" dirty="0"/>
              <a:t>-</a:t>
            </a:r>
            <a:r>
              <a:rPr lang="zh-CN" altLang="zh-CN" dirty="0"/>
              <a:t>聚合报告</a:t>
            </a:r>
          </a:p>
          <a:p>
            <a:pPr marL="0" indent="0">
              <a:buNone/>
            </a:pPr>
            <a:endParaRPr lang="zh-CN" altLang="zh-CN" dirty="0"/>
          </a:p>
          <a:p>
            <a:pPr>
              <a:buNone/>
            </a:pPr>
            <a:r>
              <a:rPr lang="zh-CN" altLang="en-US" dirty="0" smtClean="0"/>
              <a:t>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38873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42919" y="598353"/>
            <a:ext cx="8911687" cy="72817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记录压测时的数据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5566" y="1541171"/>
            <a:ext cx="10100257" cy="4215685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QPS</a:t>
            </a:r>
            <a:r>
              <a:rPr lang="zh-CN" altLang="en-US" dirty="0" smtClean="0"/>
              <a:t>：当天在</a:t>
            </a:r>
            <a:r>
              <a:rPr lang="en-US" altLang="zh-CN" dirty="0" smtClean="0"/>
              <a:t>PA</a:t>
            </a:r>
            <a:r>
              <a:rPr lang="zh-CN" altLang="en-US" dirty="0" smtClean="0"/>
              <a:t>平台查看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单个接口的第二天</a:t>
            </a:r>
            <a:r>
              <a:rPr lang="en-US" altLang="zh-CN" dirty="0" err="1" smtClean="0"/>
              <a:t>jmeter</a:t>
            </a:r>
            <a:r>
              <a:rPr lang="zh-CN" altLang="en-US" dirty="0" smtClean="0"/>
              <a:t>报告里面看</a:t>
            </a:r>
            <a:endParaRPr lang="en-US" altLang="zh-CN" dirty="0" smtClean="0"/>
          </a:p>
          <a:p>
            <a:r>
              <a:rPr lang="zh-CN" altLang="en-US" dirty="0" smtClean="0"/>
              <a:t>平均响应时间（</a:t>
            </a:r>
            <a:r>
              <a:rPr lang="en-US" altLang="zh-CN" dirty="0" err="1" smtClean="0"/>
              <a:t>ms</a:t>
            </a:r>
            <a:r>
              <a:rPr lang="zh-CN" altLang="en-US" dirty="0" smtClean="0"/>
              <a:t>）：</a:t>
            </a:r>
            <a:r>
              <a:rPr lang="zh-CN" altLang="en-US" dirty="0"/>
              <a:t>第二天在</a:t>
            </a:r>
            <a:r>
              <a:rPr lang="en-US" altLang="zh-CN" dirty="0"/>
              <a:t>PA</a:t>
            </a:r>
            <a:r>
              <a:rPr lang="zh-CN" altLang="en-US" dirty="0"/>
              <a:t>平台可以</a:t>
            </a:r>
            <a:r>
              <a:rPr lang="zh-CN" altLang="en-US" dirty="0" smtClean="0"/>
              <a:t>查看</a:t>
            </a:r>
            <a:endParaRPr lang="en-US" altLang="zh-CN" dirty="0" smtClean="0"/>
          </a:p>
          <a:p>
            <a:r>
              <a:rPr lang="zh-CN" altLang="en-US" dirty="0" smtClean="0"/>
              <a:t>带宽使用情况：</a:t>
            </a:r>
            <a:r>
              <a:rPr lang="en-US" altLang="zh-CN" dirty="0"/>
              <a:t>https://grafana.xin.com/d/000000051/idcgong-wang-liu-liang-he-zhuan-xian-liu-liang?refresh=1m&amp;orgId=1</a:t>
            </a:r>
            <a:endParaRPr lang="en-US" altLang="zh-CN" dirty="0" smtClean="0"/>
          </a:p>
          <a:p>
            <a:r>
              <a:rPr lang="en-US" altLang="zh-CN" dirty="0" smtClean="0"/>
              <a:t>CPU</a:t>
            </a:r>
            <a:r>
              <a:rPr lang="zh-CN" altLang="en-US" dirty="0" smtClean="0"/>
              <a:t>使用率：</a:t>
            </a:r>
            <a:r>
              <a:rPr lang="en-US" altLang="zh-CN" dirty="0" smtClean="0"/>
              <a:t>https</a:t>
            </a:r>
            <a:r>
              <a:rPr lang="en-US" altLang="zh-CN" dirty="0"/>
              <a:t>://grafana.xin.com/d/A4zzncViz/xinya-li-ce-shi?refresh=30s&amp;orgId=1</a:t>
            </a:r>
            <a:endParaRPr lang="en-US" altLang="zh-CN" dirty="0" smtClean="0"/>
          </a:p>
          <a:p>
            <a:r>
              <a:rPr lang="zh-CN" altLang="en-US" dirty="0" smtClean="0"/>
              <a:t>错误数：</a:t>
            </a:r>
            <a:r>
              <a:rPr lang="zh-CN" altLang="en-US" dirty="0"/>
              <a:t>第二天在</a:t>
            </a:r>
            <a:r>
              <a:rPr lang="en-US" altLang="zh-CN" dirty="0"/>
              <a:t>PA</a:t>
            </a:r>
            <a:r>
              <a:rPr lang="zh-CN" altLang="en-US" dirty="0"/>
              <a:t>平台可以</a:t>
            </a:r>
            <a:r>
              <a:rPr lang="zh-CN" altLang="en-US" dirty="0" smtClean="0"/>
              <a:t>查看</a:t>
            </a:r>
            <a:endParaRPr lang="en-US" altLang="zh-CN" dirty="0" smtClean="0"/>
          </a:p>
          <a:p>
            <a:r>
              <a:rPr lang="zh-CN" altLang="en-US" dirty="0" smtClean="0"/>
              <a:t>错误率：</a:t>
            </a:r>
            <a:r>
              <a:rPr lang="zh-CN" altLang="en-US" dirty="0"/>
              <a:t>第二天在</a:t>
            </a:r>
            <a:r>
              <a:rPr lang="en-US" altLang="zh-CN" dirty="0"/>
              <a:t>PA</a:t>
            </a:r>
            <a:r>
              <a:rPr lang="zh-CN" altLang="en-US" dirty="0"/>
              <a:t>平台可以</a:t>
            </a:r>
            <a:r>
              <a:rPr lang="zh-CN" altLang="en-US" dirty="0" smtClean="0"/>
              <a:t>查看</a:t>
            </a:r>
            <a:endParaRPr lang="en-US" altLang="zh-CN" dirty="0" smtClean="0"/>
          </a:p>
          <a:p>
            <a:r>
              <a:rPr lang="zh-CN" altLang="en-US" dirty="0" smtClean="0"/>
              <a:t>总请求数：当天可以查看</a:t>
            </a:r>
            <a:r>
              <a:rPr lang="en-US" altLang="zh-CN" dirty="0" smtClean="0"/>
              <a:t>PA</a:t>
            </a:r>
            <a:r>
              <a:rPr lang="zh-CN" altLang="en-US" dirty="0"/>
              <a:t>平台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单个接口的第二天在</a:t>
            </a:r>
            <a:r>
              <a:rPr lang="en-US" altLang="zh-CN" dirty="0" smtClean="0"/>
              <a:t>PA</a:t>
            </a:r>
            <a:r>
              <a:rPr lang="zh-CN" altLang="en-US" dirty="0" smtClean="0"/>
              <a:t>平台可以查看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分析数据，生成测试报告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607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99044" y="2634017"/>
            <a:ext cx="433998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isometricOffAxis1Right"/>
              <a:lightRig rig="threePt" dir="t"/>
            </a:scene3d>
          </a:bodyPr>
          <a:lstStyle/>
          <a:p>
            <a:pPr algn="ctr"/>
            <a:r>
              <a:rPr lang="zh-CN" altLang="en-US" sz="9600" b="1" cap="none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  <a:reflection blurRad="6350" stA="50000" endA="300" endPos="50000" dist="29997" dir="5400000" sy="-100000" algn="bl" rotWithShape="0"/>
                </a:effectLst>
              </a:rPr>
              <a:t>谢谢！</a:t>
            </a:r>
            <a:endParaRPr lang="zh-CN" altLang="en-US" sz="96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  <a:outerShdw blurRad="50800" dist="38100" dir="16200000" rotWithShape="0">
                  <a:prstClr val="black">
                    <a:alpha val="40000"/>
                  </a:prstClr>
                </a:outerShdw>
                <a:reflection blurRad="6350" stA="50000" endA="300" endPos="50000" dist="2999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241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C7EDCC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5295</TotalTime>
  <Words>993</Words>
  <Application>Microsoft Office PowerPoint</Application>
  <PresentationFormat>宽屏</PresentationFormat>
  <Paragraphs>88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宋体</vt:lpstr>
      <vt:lpstr>幼圆</vt:lpstr>
      <vt:lpstr>Arial</vt:lpstr>
      <vt:lpstr>Calibri</vt:lpstr>
      <vt:lpstr>Century Gothic</vt:lpstr>
      <vt:lpstr>Wingdings 3</vt:lpstr>
      <vt:lpstr>丝状</vt:lpstr>
      <vt:lpstr>压力测试之Jmeter脚本编写</vt:lpstr>
      <vt:lpstr>目录</vt:lpstr>
      <vt:lpstr>做压力测试前需要知道哪些？</vt:lpstr>
      <vt:lpstr>Jmeter环境配置</vt:lpstr>
      <vt:lpstr>PowerPoint 演示文稿</vt:lpstr>
      <vt:lpstr>Jmeter脚本编写</vt:lpstr>
      <vt:lpstr>PowerPoint 演示文稿</vt:lpstr>
      <vt:lpstr>PowerPoint 演示文稿</vt:lpstr>
      <vt:lpstr>PowerPoint 演示文稿</vt:lpstr>
      <vt:lpstr>记录压测时的数据 </vt:lpstr>
      <vt:lpstr>分析数据，生成测试报告 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接口测试工具分享-postman</dc:title>
  <dc:creator>王娜娜</dc:creator>
  <cp:lastModifiedBy>高佳亮</cp:lastModifiedBy>
  <cp:revision>129</cp:revision>
  <dcterms:created xsi:type="dcterms:W3CDTF">2016-07-25T03:43:57Z</dcterms:created>
  <dcterms:modified xsi:type="dcterms:W3CDTF">2019-03-14T07:14:34Z</dcterms:modified>
</cp:coreProperties>
</file>
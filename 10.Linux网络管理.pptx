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41" r:id="rId2"/>
    <p:sldId id="343" r:id="rId3"/>
    <p:sldId id="344" r:id="rId4"/>
    <p:sldId id="345" r:id="rId5"/>
    <p:sldId id="346" r:id="rId6"/>
    <p:sldId id="347" r:id="rId7"/>
    <p:sldId id="348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0018" autoAdjust="0"/>
  </p:normalViewPr>
  <p:slideViewPr>
    <p:cSldViewPr>
      <p:cViewPr varScale="1">
        <p:scale>
          <a:sx n="80" d="100"/>
          <a:sy n="80" d="100"/>
        </p:scale>
        <p:origin x="-12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2016/8/25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网络参数设定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ifconfig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ifup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ifdown</a:t>
            </a:r>
            <a:endParaRPr lang="en-US" altLang="zh-CN" dirty="0" smtClean="0"/>
          </a:p>
          <a:p>
            <a:r>
              <a:rPr lang="zh-CN" altLang="en-US" dirty="0" smtClean="0"/>
              <a:t>网络</a:t>
            </a:r>
            <a:r>
              <a:rPr lang="zh-CN" altLang="en-US" dirty="0" smtClean="0"/>
              <a:t>侦错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ping</a:t>
            </a:r>
          </a:p>
          <a:p>
            <a:pPr lvl="1"/>
            <a:r>
              <a:rPr lang="en-US" altLang="zh-CN" dirty="0" err="1" smtClean="0"/>
              <a:t>traceroute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 smtClean="0"/>
              <a:t>网络观察与查询</a:t>
            </a:r>
          </a:p>
          <a:p>
            <a:pPr lvl="1"/>
            <a:r>
              <a:rPr lang="en-US" altLang="zh-CN" dirty="0" err="1" smtClean="0"/>
              <a:t>Netstat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功能：查看或设定网络参数，英文全称是</a:t>
            </a:r>
            <a:r>
              <a:rPr lang="en-US" altLang="zh-CN" dirty="0" smtClean="0"/>
              <a:t>network interfaces configuring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ifconfig</a:t>
            </a:r>
            <a:r>
              <a:rPr lang="en-US" altLang="zh-CN" dirty="0" smtClean="0"/>
              <a:t> [</a:t>
            </a:r>
            <a:r>
              <a:rPr lang="zh-CN" altLang="en-US" dirty="0" smtClean="0"/>
              <a:t>网卡</a:t>
            </a:r>
            <a:r>
              <a:rPr lang="en-US" altLang="zh-CN" dirty="0" smtClean="0"/>
              <a:t>]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</a:t>
            </a:r>
          </a:p>
          <a:p>
            <a:r>
              <a:rPr lang="en-US" altLang="zh-CN" dirty="0" err="1" smtClean="0"/>
              <a:t>ifconfig</a:t>
            </a:r>
            <a:r>
              <a:rPr lang="zh-CN" altLang="en-US" dirty="0" smtClean="0"/>
              <a:t>：会将所有网卡信息显示出来。</a:t>
            </a:r>
            <a:endParaRPr lang="en-US" altLang="zh-CN" dirty="0" smtClean="0"/>
          </a:p>
          <a:p>
            <a:r>
              <a:rPr lang="en-US" altLang="zh-CN" dirty="0" err="1" smtClean="0"/>
              <a:t>ifconfig</a:t>
            </a:r>
            <a:r>
              <a:rPr lang="en-US" altLang="zh-CN" dirty="0" smtClean="0"/>
              <a:t> {</a:t>
            </a:r>
            <a:r>
              <a:rPr lang="zh-CN" altLang="en-US" dirty="0" smtClean="0"/>
              <a:t>网卡</a:t>
            </a:r>
            <a:r>
              <a:rPr lang="en-US" altLang="zh-CN" dirty="0" smtClean="0"/>
              <a:t>}</a:t>
            </a:r>
            <a:r>
              <a:rPr lang="zh-CN" altLang="en-US" dirty="0" smtClean="0"/>
              <a:t>：将指定网卡信息显示出来。</a:t>
            </a:r>
            <a:endParaRPr lang="en-US" altLang="zh-CN" dirty="0" smtClean="0"/>
          </a:p>
          <a:p>
            <a:r>
              <a:rPr lang="en-US" altLang="zh-CN" dirty="0" err="1" smtClean="0"/>
              <a:t>ifconfig</a:t>
            </a:r>
            <a:r>
              <a:rPr lang="en-US" altLang="zh-CN" dirty="0" smtClean="0"/>
              <a:t> {</a:t>
            </a:r>
            <a:r>
              <a:rPr lang="zh-CN" altLang="en-US" dirty="0" smtClean="0"/>
              <a:t>网卡</a:t>
            </a:r>
            <a:r>
              <a:rPr lang="en-US" altLang="zh-CN" dirty="0" smtClean="0"/>
              <a:t>}</a:t>
            </a:r>
            <a:r>
              <a:rPr lang="zh-CN" altLang="en-US" dirty="0" smtClean="0"/>
              <a:t> </a:t>
            </a:r>
            <a:r>
              <a:rPr lang="en-US" altLang="zh-CN" dirty="0" smtClean="0"/>
              <a:t>{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}</a:t>
            </a:r>
            <a:r>
              <a:rPr lang="zh-CN" altLang="en-US" dirty="0" smtClean="0"/>
              <a:t>：修改对应网卡配置。</a:t>
            </a:r>
            <a:endParaRPr lang="en-US" altLang="zh-CN" dirty="0" smtClean="0"/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network</a:t>
            </a:r>
            <a:r>
              <a:rPr lang="zh-CN" altLang="en-US" dirty="0" smtClean="0"/>
              <a:t>：网段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broadcast</a:t>
            </a:r>
            <a:r>
              <a:rPr lang="zh-CN" altLang="en-US" dirty="0" smtClean="0"/>
              <a:t>：广播网段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netmask</a:t>
            </a:r>
            <a:r>
              <a:rPr lang="zh-CN" altLang="en-US" dirty="0" smtClean="0"/>
              <a:t>：子网掩码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up|down</a:t>
            </a:r>
            <a:r>
              <a:rPr lang="zh-CN" altLang="en-US" dirty="0" smtClean="0"/>
              <a:t>：启动</a:t>
            </a:r>
            <a:r>
              <a:rPr lang="en-US" altLang="zh-CN" dirty="0" smtClean="0"/>
              <a:t>|</a:t>
            </a:r>
            <a:r>
              <a:rPr lang="zh-CN" altLang="en-US" dirty="0" smtClean="0"/>
              <a:t>关闭网卡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ifconfig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4000527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000496" y="1928802"/>
            <a:ext cx="47863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eth0 </a:t>
            </a:r>
            <a:r>
              <a:rPr lang="zh-CN" altLang="en-US" dirty="0" smtClean="0"/>
              <a:t>：表示网卡名称； </a:t>
            </a:r>
          </a:p>
          <a:p>
            <a:r>
              <a:rPr lang="en-US" altLang="zh-CN" dirty="0" smtClean="0"/>
              <a:t>lo </a:t>
            </a:r>
            <a:r>
              <a:rPr lang="zh-CN" altLang="en-US" dirty="0" smtClean="0"/>
              <a:t>：表示“内部循环</a:t>
            </a:r>
            <a:r>
              <a:rPr lang="en-US" altLang="zh-CN" dirty="0" smtClean="0"/>
              <a:t>IP</a:t>
            </a:r>
            <a:r>
              <a:rPr lang="zh-CN" altLang="en-US" dirty="0" smtClean="0"/>
              <a:t>”的网卡名称，这个内部的网卡一定要存在，千万不要关掉；</a:t>
            </a:r>
          </a:p>
          <a:p>
            <a:r>
              <a:rPr lang="en-US" altLang="zh-CN" dirty="0" err="1" smtClean="0"/>
              <a:t>HWaddr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：是网卡的硬件地址，即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地址；</a:t>
            </a:r>
          </a:p>
          <a:p>
            <a:r>
              <a:rPr lang="en-US" altLang="zh-CN" dirty="0" err="1" smtClean="0">
                <a:solidFill>
                  <a:srgbClr val="FF0000"/>
                </a:solidFill>
              </a:rPr>
              <a:t>inet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addr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：网卡的</a:t>
            </a:r>
            <a:r>
              <a:rPr lang="en-US" altLang="zh-CN" dirty="0" smtClean="0">
                <a:solidFill>
                  <a:srgbClr val="FF0000"/>
                </a:solidFill>
              </a:rPr>
              <a:t>IP</a:t>
            </a:r>
            <a:r>
              <a:rPr lang="zh-CN" altLang="en-US" dirty="0" smtClean="0">
                <a:solidFill>
                  <a:srgbClr val="FF0000"/>
                </a:solidFill>
              </a:rPr>
              <a:t>； </a:t>
            </a:r>
          </a:p>
          <a:p>
            <a:r>
              <a:rPr lang="en-US" altLang="zh-CN" dirty="0" err="1" smtClean="0">
                <a:solidFill>
                  <a:srgbClr val="FF0000"/>
                </a:solidFill>
              </a:rPr>
              <a:t>Bcast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：广播</a:t>
            </a:r>
            <a:r>
              <a:rPr lang="en-US" altLang="zh-CN" dirty="0" smtClean="0">
                <a:solidFill>
                  <a:srgbClr val="FF0000"/>
                </a:solidFill>
              </a:rPr>
              <a:t>(broadcast)</a:t>
            </a:r>
            <a:r>
              <a:rPr lang="zh-CN" altLang="en-US" dirty="0" smtClean="0">
                <a:solidFill>
                  <a:srgbClr val="FF0000"/>
                </a:solidFill>
              </a:rPr>
              <a:t>的地址； 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Mask </a:t>
            </a:r>
            <a:r>
              <a:rPr lang="zh-CN" altLang="en-US" dirty="0" smtClean="0">
                <a:solidFill>
                  <a:srgbClr val="FF0000"/>
                </a:solidFill>
              </a:rPr>
              <a:t>：子网掩码； </a:t>
            </a:r>
          </a:p>
          <a:p>
            <a:r>
              <a:rPr lang="en-US" altLang="zh-CN" dirty="0" smtClean="0"/>
              <a:t>MTU </a:t>
            </a:r>
            <a:r>
              <a:rPr lang="zh-CN" altLang="en-US" dirty="0" smtClean="0"/>
              <a:t>：是</a:t>
            </a:r>
            <a:r>
              <a:rPr lang="en-US" altLang="zh-CN" dirty="0" smtClean="0"/>
              <a:t>Maximum </a:t>
            </a:r>
            <a:r>
              <a:rPr lang="en-US" altLang="zh-CN" dirty="0" err="1" smtClean="0"/>
              <a:t>Trasmission</a:t>
            </a:r>
            <a:r>
              <a:rPr lang="en-US" altLang="zh-CN" dirty="0" smtClean="0"/>
              <a:t> Unit </a:t>
            </a:r>
            <a:r>
              <a:rPr lang="zh-CN" altLang="en-US" dirty="0" smtClean="0"/>
              <a:t>最大传输单元</a:t>
            </a:r>
            <a:r>
              <a:rPr lang="en-US" altLang="zh-CN" dirty="0" smtClean="0"/>
              <a:t>(</a:t>
            </a:r>
            <a:r>
              <a:rPr lang="zh-CN" altLang="en-US" dirty="0" smtClean="0"/>
              <a:t>字节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，即此接口一次所能传输的最大封包，这个数值并非越大越好，也非越小越好，不过设定错误时可能会让您的网络无法连接上某些网站； </a:t>
            </a:r>
          </a:p>
          <a:p>
            <a:r>
              <a:rPr lang="en-US" altLang="zh-CN" dirty="0" smtClean="0"/>
              <a:t>RX </a:t>
            </a:r>
            <a:r>
              <a:rPr lang="zh-CN" altLang="en-US" dirty="0" smtClean="0"/>
              <a:t>：网络由启动到目前为止的接收情形； </a:t>
            </a:r>
          </a:p>
          <a:p>
            <a:r>
              <a:rPr lang="en-US" altLang="zh-CN" dirty="0" smtClean="0"/>
              <a:t>TX </a:t>
            </a:r>
            <a:r>
              <a:rPr lang="zh-CN" altLang="en-US" dirty="0" smtClean="0"/>
              <a:t>：网络由启动到目前为止的传送情形； </a:t>
            </a:r>
          </a:p>
          <a:p>
            <a:r>
              <a:rPr lang="en-US" altLang="zh-CN" dirty="0" smtClean="0"/>
              <a:t>collisions </a:t>
            </a:r>
            <a:r>
              <a:rPr lang="zh-CN" altLang="en-US" dirty="0" smtClean="0"/>
              <a:t>：网络讯号碰撞的情况说明； </a:t>
            </a:r>
          </a:p>
          <a:p>
            <a:r>
              <a:rPr lang="en-US" altLang="zh-CN" dirty="0" err="1" smtClean="0"/>
              <a:t>txqueuelen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：传输缓冲区长度大小。 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714488"/>
            <a:ext cx="4714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显示所有网卡配置信息：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285992"/>
            <a:ext cx="7286676" cy="413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1785926"/>
            <a:ext cx="4714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显示指定网卡配置信息：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357562"/>
            <a:ext cx="8103224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85720" y="2143116"/>
            <a:ext cx="8429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修改指定网卡的</a:t>
            </a:r>
            <a:r>
              <a:rPr lang="en-US" altLang="zh-CN" sz="2800" dirty="0" smtClean="0"/>
              <a:t>IP</a:t>
            </a:r>
            <a:r>
              <a:rPr lang="zh-CN" altLang="en-US" sz="2800" dirty="0" smtClean="0"/>
              <a:t>地址、子网掩码、广播地址，然后显示修改后的网卡信息：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1857364"/>
            <a:ext cx="5329235" cy="4624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1785926"/>
            <a:ext cx="32146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禁用</a:t>
            </a:r>
            <a:r>
              <a:rPr lang="en-US" altLang="zh-CN" sz="2800" dirty="0" smtClean="0"/>
              <a:t>eth0</a:t>
            </a:r>
            <a:r>
              <a:rPr lang="zh-CN" altLang="en-US" sz="2800" dirty="0" smtClean="0"/>
              <a:t>网卡：</a:t>
            </a:r>
            <a:endParaRPr lang="en-US" altLang="zh-CN" sz="2800" dirty="0" smtClean="0"/>
          </a:p>
          <a:p>
            <a:r>
              <a:rPr lang="zh-CN" altLang="en-US" sz="2800" dirty="0" smtClean="0"/>
              <a:t>等价于</a:t>
            </a:r>
            <a:r>
              <a:rPr lang="en-US" altLang="zh-CN" sz="2800" dirty="0" err="1" smtClean="0"/>
              <a:t>ifdown</a:t>
            </a:r>
            <a:r>
              <a:rPr lang="en-US" altLang="zh-CN" sz="2800" dirty="0" smtClean="0"/>
              <a:t> eth0</a:t>
            </a:r>
          </a:p>
          <a:p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启用</a:t>
            </a:r>
            <a:r>
              <a:rPr lang="en-US" altLang="zh-CN" sz="2800" dirty="0" smtClean="0"/>
              <a:t>eth0</a:t>
            </a:r>
            <a:r>
              <a:rPr lang="zh-CN" altLang="en-US" sz="2800" dirty="0" smtClean="0"/>
              <a:t>网卡：</a:t>
            </a:r>
            <a:endParaRPr lang="en-US" altLang="zh-CN" sz="2800" dirty="0" smtClean="0"/>
          </a:p>
          <a:p>
            <a:r>
              <a:rPr lang="zh-CN" altLang="en-US" sz="2800" dirty="0" smtClean="0"/>
              <a:t>等价于</a:t>
            </a:r>
            <a:r>
              <a:rPr lang="en-US" altLang="zh-CN" sz="2800" dirty="0" err="1" smtClean="0"/>
              <a:t>ifup</a:t>
            </a:r>
            <a:r>
              <a:rPr lang="en-US" altLang="zh-CN" sz="2800" dirty="0" smtClean="0"/>
              <a:t> eth0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功能：启动与关闭网卡。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ifup</a:t>
            </a:r>
            <a:r>
              <a:rPr lang="en-US" altLang="zh-CN" dirty="0" smtClean="0"/>
              <a:t>   [</a:t>
            </a:r>
            <a:r>
              <a:rPr lang="zh-CN" altLang="en-US" dirty="0" smtClean="0"/>
              <a:t>网卡</a:t>
            </a:r>
            <a:r>
              <a:rPr lang="en-US" altLang="zh-CN" dirty="0" smtClean="0"/>
              <a:t>]            //</a:t>
            </a:r>
            <a:r>
              <a:rPr lang="zh-CN" altLang="en-US" dirty="0" smtClean="0"/>
              <a:t>启动网卡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ifdown</a:t>
            </a:r>
            <a:r>
              <a:rPr lang="en-US" altLang="zh-CN" dirty="0" smtClean="0"/>
              <a:t> [</a:t>
            </a:r>
            <a:r>
              <a:rPr lang="zh-CN" altLang="en-US" dirty="0" smtClean="0"/>
              <a:t>网卡</a:t>
            </a:r>
            <a:r>
              <a:rPr lang="en-US" altLang="zh-CN" dirty="0" smtClean="0"/>
              <a:t>]         //</a:t>
            </a:r>
            <a:r>
              <a:rPr lang="zh-CN" altLang="en-US" dirty="0" smtClean="0"/>
              <a:t>关闭网卡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ifup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ifdown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功能：发送</a:t>
            </a:r>
            <a:r>
              <a:rPr lang="en-US" altLang="zh-CN" dirty="0" smtClean="0"/>
              <a:t>ICMP</a:t>
            </a:r>
            <a:r>
              <a:rPr lang="zh-CN" altLang="en-US" dirty="0" smtClean="0"/>
              <a:t>报文给某主机，检查网络是否连通，帮助分析和判定网络是否存在故障。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也是一种通信协议，是</a:t>
            </a:r>
            <a:r>
              <a:rPr lang="en-US" altLang="zh-CN" dirty="0" smtClean="0"/>
              <a:t>TCP/IP</a:t>
            </a:r>
            <a:r>
              <a:rPr lang="zh-CN" altLang="en-US" dirty="0" smtClean="0"/>
              <a:t>协议的一部分。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smtClean="0"/>
              <a:t>ping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</a:t>
            </a:r>
            <a:r>
              <a:rPr lang="zh-CN" altLang="en-US" dirty="0" smtClean="0"/>
              <a:t>目标主机</a:t>
            </a:r>
            <a:r>
              <a:rPr lang="en-US" altLang="zh-CN" dirty="0" smtClean="0"/>
              <a:t>IP</a:t>
            </a:r>
            <a:r>
              <a:rPr lang="zh-CN" altLang="en-US" dirty="0" smtClean="0"/>
              <a:t>或域名</a:t>
            </a:r>
            <a:endParaRPr lang="en-US" altLang="zh-CN" dirty="0" smtClean="0"/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-b </a:t>
            </a:r>
            <a:r>
              <a:rPr lang="zh-CN" altLang="en-US" dirty="0" smtClean="0"/>
              <a:t>广播地址：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某个网段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-c </a:t>
            </a:r>
            <a:r>
              <a:rPr lang="zh-CN" altLang="en-US" dirty="0" smtClean="0"/>
              <a:t>次数：限制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的次数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-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秒数：每次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的间隔时间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ping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4282" y="2928934"/>
            <a:ext cx="2389944" cy="1581326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 smtClean="0"/>
              <a:t>ping</a:t>
            </a:r>
            <a:r>
              <a:rPr lang="zh-CN" altLang="en-US" dirty="0" smtClean="0"/>
              <a:t>某个网段，必须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该网段的广播地址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2214554"/>
            <a:ext cx="5629275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10812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虚拟机上每</a:t>
            </a:r>
            <a:r>
              <a:rPr lang="en-US" altLang="zh-CN" dirty="0" smtClean="0"/>
              <a:t>3</a:t>
            </a:r>
            <a:r>
              <a:rPr lang="zh-CN" altLang="en-US" dirty="0" smtClean="0"/>
              <a:t>秒侦测一次与宿主机的连通情况，侦测</a:t>
            </a:r>
            <a:r>
              <a:rPr lang="en-US" altLang="zh-CN" dirty="0" smtClean="0"/>
              <a:t>10</a:t>
            </a:r>
            <a:r>
              <a:rPr lang="zh-CN" altLang="en-US" dirty="0" smtClean="0"/>
              <a:t>次停止。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214686"/>
            <a:ext cx="6286544" cy="3201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ping</a:t>
            </a:r>
            <a:r>
              <a:rPr lang="zh-CN" altLang="en-US" dirty="0" smtClean="0"/>
              <a:t>网络排查步骤</a:t>
            </a:r>
            <a:endParaRPr lang="zh-CN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571472" y="2071678"/>
            <a:ext cx="7451749" cy="4214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798" tIns="43900" rIns="87798" bIns="43900"/>
          <a:lstStyle/>
          <a:p>
            <a:pPr marL="914400" lvl="1" indent="-457200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 smtClean="0">
                <a:ea typeface="宋体" pitchFamily="2" charset="-122"/>
              </a:rPr>
              <a:t>1</a:t>
            </a:r>
            <a:r>
              <a:rPr lang="en-US" altLang="zh-CN" sz="2400" dirty="0">
                <a:ea typeface="宋体" pitchFamily="2" charset="-122"/>
              </a:rPr>
              <a:t>.  ping 127.0.0.1</a:t>
            </a:r>
          </a:p>
          <a:p>
            <a:pPr eaLnBrk="1" hangingPunct="1">
              <a:defRPr/>
            </a:pPr>
            <a:r>
              <a:rPr lang="en-US" altLang="zh-CN" sz="1400" dirty="0"/>
              <a:t>                  </a:t>
            </a:r>
            <a:r>
              <a:rPr lang="en-US" altLang="zh-CN" sz="1400" dirty="0">
                <a:solidFill>
                  <a:srgbClr val="FF0000"/>
                </a:solidFill>
              </a:rPr>
              <a:t>127.0.0.1</a:t>
            </a:r>
            <a:r>
              <a:rPr lang="zh-CN" altLang="en-US" sz="1400" dirty="0">
                <a:solidFill>
                  <a:srgbClr val="FF0000"/>
                </a:solidFill>
              </a:rPr>
              <a:t>回送地址</a:t>
            </a:r>
            <a:r>
              <a:rPr lang="en-US" altLang="zh-CN" sz="1400" dirty="0">
                <a:solidFill>
                  <a:srgbClr val="FF0000"/>
                </a:solidFill>
              </a:rPr>
              <a:t>Ping</a:t>
            </a:r>
            <a:r>
              <a:rPr lang="zh-CN" altLang="en-US" sz="1400" dirty="0">
                <a:solidFill>
                  <a:srgbClr val="FF0000"/>
                </a:solidFill>
              </a:rPr>
              <a:t>回送地址是为了检查本地的</a:t>
            </a:r>
            <a:r>
              <a:rPr lang="en-US" altLang="zh-CN" sz="1400" dirty="0">
                <a:solidFill>
                  <a:srgbClr val="FF0000"/>
                </a:solidFill>
              </a:rPr>
              <a:t>TCP/IP</a:t>
            </a:r>
            <a:r>
              <a:rPr lang="zh-CN" altLang="en-US" sz="1400" dirty="0">
                <a:solidFill>
                  <a:srgbClr val="FF0000"/>
                </a:solidFill>
              </a:rPr>
              <a:t>协议有没有设置好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pitchFamily="2" charset="-122"/>
              </a:rPr>
              <a:t>2.   ping </a:t>
            </a:r>
            <a:r>
              <a:rPr lang="zh-CN" altLang="en-US" sz="2400" dirty="0">
                <a:ea typeface="宋体" pitchFamily="2" charset="-122"/>
              </a:rPr>
              <a:t>本机</a:t>
            </a:r>
            <a:r>
              <a:rPr lang="en-US" altLang="zh-CN" sz="2400" dirty="0" err="1">
                <a:ea typeface="宋体" pitchFamily="2" charset="-122"/>
              </a:rPr>
              <a:t>ip</a:t>
            </a:r>
            <a:r>
              <a:rPr lang="zh-CN" altLang="en-US" sz="2400" dirty="0">
                <a:ea typeface="宋体" pitchFamily="2" charset="-122"/>
              </a:rPr>
              <a:t>地址</a:t>
            </a:r>
            <a:endParaRPr lang="en-US" altLang="zh-CN" sz="2400" dirty="0">
              <a:ea typeface="宋体" pitchFamily="2" charset="-122"/>
            </a:endParaRPr>
          </a:p>
          <a:p>
            <a:pPr marL="800100" lvl="1" indent="-342900" eaLnBrk="1" hangingPunct="1">
              <a:defRPr/>
            </a:pPr>
            <a:r>
              <a:rPr lang="en-US" altLang="zh-CN" sz="1400" dirty="0">
                <a:solidFill>
                  <a:srgbClr val="FF0000"/>
                </a:solidFill>
              </a:rPr>
              <a:t>          ping 192.168.1.103</a:t>
            </a:r>
          </a:p>
          <a:p>
            <a:pPr marL="800100" lvl="1" indent="-342900" eaLnBrk="1" hangingPunct="1">
              <a:defRPr/>
            </a:pPr>
            <a:r>
              <a:rPr lang="en-US" altLang="zh-CN" sz="1400" dirty="0">
                <a:solidFill>
                  <a:srgbClr val="FF0000"/>
                </a:solidFill>
              </a:rPr>
              <a:t>         </a:t>
            </a:r>
            <a:r>
              <a:rPr lang="zh-CN" altLang="en-US" sz="1600" dirty="0">
                <a:solidFill>
                  <a:srgbClr val="FF0000"/>
                </a:solidFill>
              </a:rPr>
              <a:t>这样是为了检查本机的</a:t>
            </a:r>
            <a:r>
              <a:rPr lang="en-US" altLang="zh-CN" sz="1600" dirty="0">
                <a:solidFill>
                  <a:srgbClr val="FF0000"/>
                </a:solidFill>
              </a:rPr>
              <a:t>IP</a:t>
            </a:r>
            <a:r>
              <a:rPr lang="zh-CN" altLang="en-US" sz="1600" dirty="0">
                <a:solidFill>
                  <a:srgbClr val="FF0000"/>
                </a:solidFill>
              </a:rPr>
              <a:t>地址是否设置有误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pitchFamily="2" charset="-122"/>
              </a:rPr>
              <a:t>3.   ping</a:t>
            </a:r>
            <a:r>
              <a:rPr lang="zh-CN" altLang="en-US" sz="2400" dirty="0">
                <a:ea typeface="宋体" pitchFamily="2" charset="-122"/>
              </a:rPr>
              <a:t>网关地址</a:t>
            </a:r>
            <a:endParaRPr lang="en-US" altLang="zh-CN" sz="2400" dirty="0">
              <a:ea typeface="宋体" pitchFamily="2" charset="-122"/>
            </a:endParaRPr>
          </a:p>
          <a:p>
            <a:pPr marL="971550" lvl="1" indent="-514350" eaLnBrk="1" hangingPunct="1">
              <a:defRPr/>
            </a:pPr>
            <a:r>
              <a:rPr lang="en-US" altLang="zh-CN" dirty="0"/>
              <a:t>     </a:t>
            </a:r>
            <a:r>
              <a:rPr lang="en-US" altLang="zh-CN" sz="1600" dirty="0">
                <a:solidFill>
                  <a:srgbClr val="FF0000"/>
                </a:solidFill>
              </a:rPr>
              <a:t>ping 192.168.1.1</a:t>
            </a:r>
            <a:r>
              <a:rPr lang="zh-CN" altLang="en-US" sz="1600" dirty="0">
                <a:solidFill>
                  <a:srgbClr val="FF0000"/>
                </a:solidFill>
              </a:rPr>
              <a:t>可以检查本机与本地网络连接是否正常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971550" lvl="1" indent="-514350" eaLnBrk="1" hangingPunct="1">
              <a:buFontTx/>
              <a:buAutoNum type="arabicPeriod" startAt="4"/>
              <a:defRPr/>
            </a:pPr>
            <a:r>
              <a:rPr lang="en-US" altLang="zh-CN" sz="2400" dirty="0">
                <a:ea typeface="宋体" pitchFamily="2" charset="-122"/>
              </a:rPr>
              <a:t>ping</a:t>
            </a:r>
            <a:r>
              <a:rPr lang="zh-CN" altLang="en-US" sz="2400" dirty="0">
                <a:ea typeface="宋体" pitchFamily="2" charset="-122"/>
              </a:rPr>
              <a:t>远程</a:t>
            </a:r>
            <a:r>
              <a:rPr lang="en-US" altLang="zh-CN" sz="2400" dirty="0">
                <a:ea typeface="宋体" pitchFamily="2" charset="-122"/>
              </a:rPr>
              <a:t>IP</a:t>
            </a:r>
            <a:r>
              <a:rPr lang="zh-CN" altLang="en-US" sz="2400" dirty="0">
                <a:ea typeface="宋体" pitchFamily="2" charset="-122"/>
              </a:rPr>
              <a:t>地址</a:t>
            </a:r>
            <a:endParaRPr lang="en-US" altLang="zh-CN" sz="2400" dirty="0">
              <a:ea typeface="宋体" pitchFamily="2" charset="-122"/>
            </a:endParaRPr>
          </a:p>
          <a:p>
            <a:pPr marL="971550" lvl="1" indent="-514350" eaLnBrk="1" hangingPunct="1">
              <a:defRPr/>
            </a:pPr>
            <a:r>
              <a:rPr lang="zh-CN" altLang="en-US" dirty="0"/>
              <a:t>     </a:t>
            </a:r>
            <a:r>
              <a:rPr lang="en-US" altLang="zh-CN" sz="1600" dirty="0">
                <a:solidFill>
                  <a:srgbClr val="FF0000"/>
                </a:solidFill>
              </a:rPr>
              <a:t>ping 8.8.8.8</a:t>
            </a:r>
            <a:r>
              <a:rPr lang="zh-CN" altLang="en-US" sz="1600" dirty="0">
                <a:solidFill>
                  <a:srgbClr val="FF0000"/>
                </a:solidFill>
              </a:rPr>
              <a:t>这主要是检查本网或本机与外部的连接是否正常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marL="971550" lvl="1" indent="-514350" eaLnBrk="1" hangingPunct="1">
              <a:defRPr/>
            </a:pPr>
            <a:r>
              <a:rPr lang="en-US" altLang="zh-CN" sz="2400" dirty="0">
                <a:ea typeface="宋体" pitchFamily="2" charset="-122"/>
              </a:rPr>
              <a:t>5.   ping</a:t>
            </a:r>
            <a:r>
              <a:rPr lang="zh-CN" altLang="en-US" sz="2400" dirty="0">
                <a:ea typeface="宋体" pitchFamily="2" charset="-122"/>
              </a:rPr>
              <a:t>一个网站</a:t>
            </a:r>
            <a:endParaRPr lang="en-US" altLang="zh-CN" sz="2400" dirty="0">
              <a:ea typeface="宋体" pitchFamily="2" charset="-122"/>
            </a:endParaRPr>
          </a:p>
          <a:p>
            <a:pPr marL="971550" lvl="1" indent="-514350" eaLnBrk="1" hangingPunct="1">
              <a:defRPr/>
            </a:pPr>
            <a:r>
              <a:rPr lang="en-US" altLang="zh-CN" sz="1600" dirty="0">
                <a:solidFill>
                  <a:srgbClr val="FF0000"/>
                </a:solidFill>
              </a:rPr>
              <a:t>         ping www.baidu.com</a:t>
            </a:r>
            <a:r>
              <a:rPr lang="zh-CN" altLang="en-US" sz="1600" dirty="0">
                <a:solidFill>
                  <a:srgbClr val="FF0000"/>
                </a:solidFill>
              </a:rPr>
              <a:t>主要是检查</a:t>
            </a:r>
            <a:r>
              <a:rPr lang="en-US" altLang="zh-CN" sz="1600" dirty="0">
                <a:solidFill>
                  <a:srgbClr val="FF0000"/>
                </a:solidFill>
              </a:rPr>
              <a:t>DNS</a:t>
            </a:r>
            <a:r>
              <a:rPr lang="zh-CN" altLang="en-US" sz="1600" dirty="0">
                <a:solidFill>
                  <a:srgbClr val="FF0000"/>
                </a:solidFill>
              </a:rPr>
              <a:t>是否设置正确</a:t>
            </a:r>
          </a:p>
          <a:p>
            <a:pPr marL="800100" lvl="1" indent="-342900" eaLnBrk="1" hangingPunct="1">
              <a:defRPr/>
            </a:pPr>
            <a:r>
              <a:rPr lang="en-US" altLang="zh-CN" sz="1600" dirty="0">
                <a:solidFill>
                  <a:srgbClr val="FF0000"/>
                </a:solidFill>
              </a:rPr>
              <a:t>  </a:t>
            </a:r>
          </a:p>
          <a:p>
            <a:pPr marL="800100" lvl="1" indent="-342900" eaLnBrk="1" hangingPunct="1">
              <a:defRPr/>
            </a:pPr>
            <a:endParaRPr lang="zh-CN" altLang="en-US" sz="1400" dirty="0">
              <a:solidFill>
                <a:srgbClr val="FF0000"/>
              </a:solidFill>
            </a:endParaRPr>
          </a:p>
          <a:p>
            <a:pPr marL="914400" lvl="1" indent="-457200"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defRPr/>
            </a:pPr>
            <a:r>
              <a:rPr lang="en-US" altLang="zh-CN" sz="2400" dirty="0">
                <a:ea typeface="宋体" pitchFamily="2" charset="-122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功能：显示数据包在</a:t>
            </a:r>
            <a:r>
              <a:rPr lang="en-US" altLang="zh-CN" dirty="0" smtClean="0"/>
              <a:t>IP</a:t>
            </a:r>
            <a:r>
              <a:rPr lang="zh-CN" altLang="en-US" dirty="0" smtClean="0"/>
              <a:t>网络经过的路由器的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地址以及在每个节点的联机速度。</a:t>
            </a:r>
            <a:r>
              <a:rPr lang="en-US" altLang="zh-CN" dirty="0" smtClean="0">
                <a:ea typeface="宋体" charset="-122"/>
              </a:rPr>
              <a:t> </a:t>
            </a:r>
            <a:r>
              <a:rPr lang="en-US" altLang="zh-CN" dirty="0" err="1" smtClean="0">
                <a:ea typeface="宋体" charset="-122"/>
              </a:rPr>
              <a:t>traceroute</a:t>
            </a:r>
            <a:r>
              <a:rPr lang="zh-CN" altLang="en-US" dirty="0" smtClean="0">
                <a:ea typeface="宋体" charset="-122"/>
              </a:rPr>
              <a:t>，现代</a:t>
            </a:r>
            <a:r>
              <a:rPr lang="en-US" altLang="zh-CN" dirty="0" smtClean="0">
                <a:ea typeface="宋体" charset="-122"/>
              </a:rPr>
              <a:t>Linux</a:t>
            </a:r>
            <a:r>
              <a:rPr lang="zh-CN" altLang="en-US" dirty="0" smtClean="0">
                <a:ea typeface="宋体" charset="-122"/>
              </a:rPr>
              <a:t>系统称为</a:t>
            </a:r>
            <a:r>
              <a:rPr lang="en-US" altLang="zh-CN" dirty="0" err="1" smtClean="0">
                <a:ea typeface="宋体" charset="-122"/>
              </a:rPr>
              <a:t>tracepath</a:t>
            </a:r>
            <a:r>
              <a:rPr lang="zh-CN" altLang="en-US" dirty="0" smtClean="0">
                <a:ea typeface="宋体" charset="-122"/>
              </a:rPr>
              <a:t>，</a:t>
            </a:r>
            <a:r>
              <a:rPr lang="en-US" altLang="zh-CN" dirty="0" smtClean="0">
                <a:ea typeface="宋体" charset="-122"/>
              </a:rPr>
              <a:t>Windows</a:t>
            </a:r>
            <a:r>
              <a:rPr lang="zh-CN" altLang="en-US" dirty="0" smtClean="0">
                <a:ea typeface="宋体" charset="-122"/>
              </a:rPr>
              <a:t>系统称为</a:t>
            </a:r>
            <a:r>
              <a:rPr lang="en-US" altLang="zh-CN" dirty="0" err="1" smtClean="0">
                <a:ea typeface="宋体" charset="-122"/>
              </a:rPr>
              <a:t>tracert</a:t>
            </a:r>
            <a:r>
              <a:rPr lang="zh-CN" altLang="en-US" dirty="0" smtClean="0">
                <a:ea typeface="宋体" charset="-122"/>
              </a:rPr>
              <a:t>，是一种电脑网络工具。</a:t>
            </a:r>
            <a:endParaRPr lang="en-US" altLang="zh-CN" dirty="0" smtClean="0">
              <a:ea typeface="宋体" charset="-122"/>
            </a:endParaRPr>
          </a:p>
          <a:p>
            <a:r>
              <a:rPr lang="zh-CN" altLang="en-US" dirty="0" smtClean="0">
                <a:ea typeface="宋体" charset="-122"/>
              </a:rPr>
              <a:t>用法：</a:t>
            </a:r>
            <a:r>
              <a:rPr lang="en-US" altLang="zh-CN" dirty="0" err="1" smtClean="0">
                <a:ea typeface="宋体" charset="-122"/>
              </a:rPr>
              <a:t>traceroute</a:t>
            </a:r>
            <a:r>
              <a:rPr lang="en-US" altLang="zh-CN" dirty="0" smtClean="0">
                <a:ea typeface="宋体" charset="-122"/>
              </a:rPr>
              <a:t> [</a:t>
            </a:r>
            <a:r>
              <a:rPr lang="zh-CN" altLang="en-US" dirty="0" smtClean="0">
                <a:ea typeface="宋体" charset="-122"/>
              </a:rPr>
              <a:t>选项</a:t>
            </a:r>
            <a:r>
              <a:rPr lang="en-US" altLang="zh-CN" dirty="0" smtClean="0">
                <a:ea typeface="宋体" charset="-122"/>
              </a:rPr>
              <a:t>] </a:t>
            </a:r>
            <a:r>
              <a:rPr lang="zh-CN" altLang="en-US" dirty="0" smtClean="0">
                <a:ea typeface="宋体" charset="-122"/>
              </a:rPr>
              <a:t>主机或</a:t>
            </a:r>
            <a:r>
              <a:rPr lang="en-US" altLang="zh-CN" dirty="0" smtClean="0">
                <a:ea typeface="宋体" charset="-122"/>
              </a:rPr>
              <a:t>IP</a:t>
            </a:r>
          </a:p>
          <a:p>
            <a:r>
              <a:rPr lang="zh-CN" altLang="en-US" dirty="0" smtClean="0">
                <a:ea typeface="宋体" charset="-122"/>
              </a:rPr>
              <a:t>常用选项：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en-US" altLang="zh-CN" dirty="0" smtClean="0"/>
              <a:t>-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：使用这个</a:t>
            </a:r>
            <a:r>
              <a:rPr lang="en-US" altLang="zh-CN" dirty="0" smtClean="0"/>
              <a:t>interface</a:t>
            </a:r>
            <a:r>
              <a:rPr lang="zh-CN" altLang="en-US" dirty="0" smtClean="0"/>
              <a:t>连出去，例如</a:t>
            </a:r>
            <a:r>
              <a:rPr lang="en-US" altLang="zh-CN" dirty="0" smtClean="0"/>
              <a:t>eth0,ppp0</a:t>
            </a:r>
            <a:r>
              <a:rPr lang="zh-CN" altLang="en-US" dirty="0" smtClean="0"/>
              <a:t>等</a:t>
            </a:r>
          </a:p>
          <a:p>
            <a:pPr lvl="1"/>
            <a:r>
              <a:rPr lang="en-US" altLang="zh-CN" dirty="0" smtClean="0"/>
              <a:t>-g</a:t>
            </a:r>
            <a:r>
              <a:rPr lang="zh-CN" altLang="en-US" dirty="0" smtClean="0"/>
              <a:t>：使用这个</a:t>
            </a:r>
            <a:r>
              <a:rPr lang="en-US" altLang="zh-CN" dirty="0" smtClean="0"/>
              <a:t>gateway</a:t>
            </a:r>
            <a:r>
              <a:rPr lang="zh-CN" altLang="en-US" dirty="0" smtClean="0"/>
              <a:t>连出去，例如</a:t>
            </a:r>
            <a:r>
              <a:rPr lang="en-US" altLang="zh-CN" dirty="0" smtClean="0"/>
              <a:t>192.168.1.2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traceroute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652632"/>
          </a:xfrm>
        </p:spPr>
        <p:txBody>
          <a:bodyPr/>
          <a:lstStyle/>
          <a:p>
            <a:r>
              <a:rPr lang="zh-CN" altLang="en-US" dirty="0" smtClean="0"/>
              <a:t>查看连接到百度的所有路由信息。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714620"/>
            <a:ext cx="6786610" cy="367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928802"/>
            <a:ext cx="8229600" cy="4714908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功能：显示网络连接、路由表和网络接口信息，可以让用户得知目前都有哪些网络连接正在运作。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netstat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</a:t>
            </a:r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-r∶</a:t>
            </a:r>
            <a:r>
              <a:rPr lang="zh-CN" altLang="en-US" dirty="0" smtClean="0"/>
              <a:t>列出路由表</a:t>
            </a:r>
            <a:r>
              <a:rPr lang="en-US" altLang="zh-CN" dirty="0" smtClean="0"/>
              <a:t>(route table)</a:t>
            </a:r>
            <a:r>
              <a:rPr lang="zh-CN" altLang="en-US" dirty="0" smtClean="0"/>
              <a:t>，和</a:t>
            </a:r>
            <a:r>
              <a:rPr lang="en-US" altLang="zh-CN" dirty="0" smtClean="0"/>
              <a:t>route</a:t>
            </a:r>
            <a:r>
              <a:rPr lang="zh-CN" altLang="en-US" dirty="0" smtClean="0"/>
              <a:t>命令相同；</a:t>
            </a:r>
          </a:p>
          <a:p>
            <a:pPr lvl="1"/>
            <a:r>
              <a:rPr lang="en-US" altLang="zh-CN" dirty="0" smtClean="0"/>
              <a:t>-n∶</a:t>
            </a:r>
            <a:r>
              <a:rPr lang="zh-CN" altLang="en-US" dirty="0" smtClean="0"/>
              <a:t>不使用主机名称与服务名称，使用</a:t>
            </a:r>
            <a:r>
              <a:rPr lang="en-US" altLang="zh-CN" dirty="0" smtClean="0"/>
              <a:t>IP</a:t>
            </a:r>
            <a:r>
              <a:rPr lang="zh-CN" altLang="en-US" dirty="0" smtClean="0"/>
              <a:t>与</a:t>
            </a:r>
            <a:r>
              <a:rPr lang="en-US" altLang="zh-CN" dirty="0" smtClean="0"/>
              <a:t>port number</a:t>
            </a:r>
            <a:r>
              <a:rPr lang="zh-CN" altLang="en-US" dirty="0" smtClean="0"/>
              <a:t>，和</a:t>
            </a:r>
            <a:r>
              <a:rPr lang="en-US" altLang="zh-CN" dirty="0" smtClean="0"/>
              <a:t>route -n</a:t>
            </a:r>
            <a:r>
              <a:rPr lang="zh-CN" altLang="en-US" dirty="0" smtClean="0"/>
              <a:t>相同；</a:t>
            </a:r>
          </a:p>
          <a:p>
            <a:pPr lvl="1"/>
            <a:r>
              <a:rPr lang="en-US" altLang="zh-CN" dirty="0" smtClean="0"/>
              <a:t>-a∶</a:t>
            </a:r>
            <a:r>
              <a:rPr lang="zh-CN" altLang="en-US" dirty="0" smtClean="0"/>
              <a:t>列出所有的连线状态，包括 </a:t>
            </a:r>
            <a:r>
              <a:rPr lang="en-US" altLang="zh-CN" dirty="0" err="1" smtClean="0"/>
              <a:t>tcp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udp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unix</a:t>
            </a:r>
            <a:r>
              <a:rPr lang="en-US" altLang="zh-CN" dirty="0" smtClean="0"/>
              <a:t> socket </a:t>
            </a:r>
            <a:r>
              <a:rPr lang="zh-CN" altLang="en-US" dirty="0" smtClean="0"/>
              <a:t>等；</a:t>
            </a:r>
          </a:p>
          <a:p>
            <a:pPr lvl="1"/>
            <a:r>
              <a:rPr lang="en-US" altLang="zh-CN" dirty="0" smtClean="0"/>
              <a:t>-t∶</a:t>
            </a:r>
            <a:r>
              <a:rPr lang="zh-CN" altLang="en-US" dirty="0" smtClean="0"/>
              <a:t>仅列出</a:t>
            </a:r>
            <a:r>
              <a:rPr lang="en-US" altLang="zh-CN" dirty="0" smtClean="0"/>
              <a:t>TCP</a:t>
            </a:r>
            <a:r>
              <a:rPr lang="zh-CN" altLang="en-US" dirty="0" smtClean="0"/>
              <a:t>协议相关连接；</a:t>
            </a:r>
          </a:p>
          <a:p>
            <a:pPr lvl="1"/>
            <a:r>
              <a:rPr lang="en-US" altLang="zh-CN" dirty="0" smtClean="0"/>
              <a:t>-u∶</a:t>
            </a:r>
            <a:r>
              <a:rPr lang="zh-CN" altLang="en-US" dirty="0" smtClean="0"/>
              <a:t>仅列出</a:t>
            </a:r>
            <a:r>
              <a:rPr lang="en-US" altLang="zh-CN" dirty="0" smtClean="0"/>
              <a:t>UDP</a:t>
            </a:r>
            <a:r>
              <a:rPr lang="zh-CN" altLang="en-US" dirty="0" smtClean="0"/>
              <a:t>协议相关连接；</a:t>
            </a:r>
          </a:p>
          <a:p>
            <a:pPr lvl="1"/>
            <a:r>
              <a:rPr lang="en-US" altLang="zh-CN" dirty="0" smtClean="0"/>
              <a:t>-l∶</a:t>
            </a:r>
            <a:r>
              <a:rPr lang="zh-CN" altLang="en-US" dirty="0" smtClean="0"/>
              <a:t>仅列出有在</a:t>
            </a:r>
            <a:r>
              <a:rPr lang="en-US" altLang="zh-CN" dirty="0" smtClean="0"/>
              <a:t>Listen(</a:t>
            </a:r>
            <a:r>
              <a:rPr lang="zh-CN" altLang="en-US" dirty="0" smtClean="0"/>
              <a:t>监听</a:t>
            </a:r>
            <a:r>
              <a:rPr lang="en-US" altLang="zh-CN" dirty="0" smtClean="0"/>
              <a:t>)</a:t>
            </a:r>
            <a:r>
              <a:rPr lang="zh-CN" altLang="en-US" dirty="0" smtClean="0"/>
              <a:t>状态的服务；</a:t>
            </a:r>
          </a:p>
          <a:p>
            <a:pPr lvl="1"/>
            <a:r>
              <a:rPr lang="en-US" altLang="zh-CN" dirty="0" smtClean="0"/>
              <a:t>-p∶</a:t>
            </a:r>
            <a:r>
              <a:rPr lang="zh-CN" altLang="en-US" dirty="0" smtClean="0"/>
              <a:t>列出</a:t>
            </a:r>
            <a:r>
              <a:rPr lang="en-US" altLang="zh-CN" dirty="0" smtClean="0"/>
              <a:t>PID</a:t>
            </a:r>
            <a:r>
              <a:rPr lang="zh-CN" altLang="en-US" dirty="0" smtClean="0"/>
              <a:t>与程序名；</a:t>
            </a:r>
          </a:p>
          <a:p>
            <a:pPr lvl="1"/>
            <a:r>
              <a:rPr lang="en-US" altLang="zh-CN" dirty="0" smtClean="0"/>
              <a:t>-c∶</a:t>
            </a:r>
            <a:r>
              <a:rPr lang="zh-CN" altLang="en-US" dirty="0" smtClean="0"/>
              <a:t>每隔一个固定时间，执行该</a:t>
            </a:r>
            <a:r>
              <a:rPr lang="en-US" altLang="zh-CN" dirty="0" err="1" smtClean="0"/>
              <a:t>netstat</a:t>
            </a:r>
            <a:r>
              <a:rPr lang="zh-CN" altLang="en-US" dirty="0" smtClean="0"/>
              <a:t>命令；</a:t>
            </a:r>
          </a:p>
          <a:p>
            <a:pPr lvl="1"/>
            <a:r>
              <a:rPr lang="en-US" altLang="zh-CN" dirty="0" smtClean="0"/>
              <a:t>-e</a:t>
            </a:r>
            <a:r>
              <a:rPr lang="zh-CN" altLang="en-US" dirty="0" smtClean="0"/>
              <a:t>：显示扩展信息，例如</a:t>
            </a:r>
            <a:r>
              <a:rPr lang="en-US" altLang="zh-CN" dirty="0" err="1" smtClean="0"/>
              <a:t>uid</a:t>
            </a:r>
            <a:r>
              <a:rPr lang="zh-CN" altLang="en-US" dirty="0" smtClean="0"/>
              <a:t>等；</a:t>
            </a:r>
          </a:p>
          <a:p>
            <a:pPr lvl="1"/>
            <a:r>
              <a:rPr lang="en-US" altLang="zh-CN" dirty="0" smtClean="0"/>
              <a:t>-s</a:t>
            </a:r>
            <a:r>
              <a:rPr lang="zh-CN" altLang="en-US" dirty="0" smtClean="0"/>
              <a:t>：按各个协议进行统计。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netstat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785926"/>
            <a:ext cx="8229600" cy="466741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列出所有端口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netstat</a:t>
            </a:r>
            <a:r>
              <a:rPr lang="en-US" altLang="zh-CN" dirty="0" smtClean="0">
                <a:solidFill>
                  <a:srgbClr val="FF0000"/>
                </a:solidFill>
              </a:rPr>
              <a:t> -a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列出所有</a:t>
            </a:r>
            <a:r>
              <a:rPr lang="en-US" altLang="zh-CN" dirty="0" err="1" smtClean="0"/>
              <a:t>tcp</a:t>
            </a:r>
            <a:r>
              <a:rPr lang="zh-CN" altLang="en-US" dirty="0" smtClean="0"/>
              <a:t>端口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netstat</a:t>
            </a:r>
            <a:r>
              <a:rPr lang="en-US" altLang="zh-CN" dirty="0" smtClean="0">
                <a:solidFill>
                  <a:srgbClr val="FF0000"/>
                </a:solidFill>
              </a:rPr>
              <a:t> -at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列出所有</a:t>
            </a:r>
            <a:r>
              <a:rPr lang="en-US" altLang="zh-CN" dirty="0" err="1" smtClean="0"/>
              <a:t>udp</a:t>
            </a:r>
            <a:r>
              <a:rPr lang="zh-CN" altLang="en-US" dirty="0" smtClean="0"/>
              <a:t>端口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netstat</a:t>
            </a:r>
            <a:r>
              <a:rPr lang="en-US" altLang="zh-CN" dirty="0" smtClean="0">
                <a:solidFill>
                  <a:srgbClr val="FF0000"/>
                </a:solidFill>
              </a:rPr>
              <a:t> -au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显示核心路由信息 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netstat</a:t>
            </a:r>
            <a:r>
              <a:rPr lang="en-US" altLang="zh-CN" dirty="0" smtClean="0">
                <a:solidFill>
                  <a:srgbClr val="FF0000"/>
                </a:solidFill>
              </a:rPr>
              <a:t> -r</a:t>
            </a:r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找出程序运行的端口</a:t>
            </a:r>
          </a:p>
          <a:p>
            <a:pPr lvl="1"/>
            <a:r>
              <a:rPr lang="en-US" altLang="zh-CN" sz="2900" dirty="0" err="1" smtClean="0">
                <a:solidFill>
                  <a:srgbClr val="FF0000"/>
                </a:solidFill>
              </a:rPr>
              <a:t>netstat</a:t>
            </a:r>
            <a:r>
              <a:rPr lang="en-US" altLang="zh-CN" sz="2900" dirty="0" smtClean="0">
                <a:solidFill>
                  <a:srgbClr val="FF0000"/>
                </a:solidFill>
              </a:rPr>
              <a:t> -</a:t>
            </a:r>
            <a:r>
              <a:rPr lang="en-US" altLang="zh-CN" sz="2900" dirty="0" err="1" smtClean="0">
                <a:solidFill>
                  <a:srgbClr val="FF0000"/>
                </a:solidFill>
              </a:rPr>
              <a:t>ap|grep</a:t>
            </a:r>
            <a:r>
              <a:rPr lang="en-US" altLang="zh-CN" sz="2900" dirty="0" smtClean="0">
                <a:solidFill>
                  <a:srgbClr val="FF0000"/>
                </a:solidFill>
              </a:rPr>
              <a:t> </a:t>
            </a:r>
            <a:r>
              <a:rPr lang="en-US" altLang="zh-CN" sz="2900" dirty="0" err="1" smtClean="0">
                <a:solidFill>
                  <a:srgbClr val="FF0000"/>
                </a:solidFill>
              </a:rPr>
              <a:t>ssh</a:t>
            </a:r>
            <a:endParaRPr lang="en-US" altLang="zh-CN" sz="2900" dirty="0" smtClean="0">
              <a:solidFill>
                <a:srgbClr val="FF0000"/>
              </a:solidFill>
            </a:endParaRPr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找出运行在指定端口的进程</a:t>
            </a:r>
          </a:p>
          <a:p>
            <a:pPr lvl="1"/>
            <a:r>
              <a:rPr lang="en-US" altLang="zh-CN" sz="2900" dirty="0" err="1" smtClean="0">
                <a:solidFill>
                  <a:srgbClr val="FF0000"/>
                </a:solidFill>
              </a:rPr>
              <a:t>netstat</a:t>
            </a:r>
            <a:r>
              <a:rPr lang="en-US" altLang="zh-CN" sz="2900" dirty="0" smtClean="0">
                <a:solidFill>
                  <a:srgbClr val="FF0000"/>
                </a:solidFill>
              </a:rPr>
              <a:t> -</a:t>
            </a:r>
            <a:r>
              <a:rPr lang="en-US" altLang="zh-CN" sz="2900" dirty="0" err="1" smtClean="0">
                <a:solidFill>
                  <a:srgbClr val="FF0000"/>
                </a:solidFill>
              </a:rPr>
              <a:t>an|grep</a:t>
            </a:r>
            <a:r>
              <a:rPr lang="en-US" altLang="zh-CN" sz="2900" dirty="0" smtClean="0">
                <a:solidFill>
                  <a:srgbClr val="FF0000"/>
                </a:solidFill>
              </a:rPr>
              <a:t> ':80‘ </a:t>
            </a:r>
            <a:endParaRPr lang="zh-CN" altLang="en-US" sz="2900" dirty="0" smtClean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4099</TotalTime>
  <Words>852</Words>
  <PresentationFormat>全屏显示(4:3)</PresentationFormat>
  <Paragraphs>111</Paragraphs>
  <Slides>15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课件模版2015-10-26</vt:lpstr>
      <vt:lpstr>常用命令</vt:lpstr>
      <vt:lpstr>ifconfig</vt:lpstr>
      <vt:lpstr>例子</vt:lpstr>
      <vt:lpstr>例子</vt:lpstr>
      <vt:lpstr>例子</vt:lpstr>
      <vt:lpstr>例子</vt:lpstr>
      <vt:lpstr>ifup、ifdown</vt:lpstr>
      <vt:lpstr>ping</vt:lpstr>
      <vt:lpstr>例子</vt:lpstr>
      <vt:lpstr>例子</vt:lpstr>
      <vt:lpstr>ping网络排查步骤</vt:lpstr>
      <vt:lpstr>traceroute</vt:lpstr>
      <vt:lpstr>例子</vt:lpstr>
      <vt:lpstr>netstat</vt:lpstr>
      <vt:lpstr>例子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Sky123.Org</cp:lastModifiedBy>
  <cp:revision>510</cp:revision>
  <dcterms:created xsi:type="dcterms:W3CDTF">2015-10-26T03:38:06Z</dcterms:created>
  <dcterms:modified xsi:type="dcterms:W3CDTF">2016-08-25T05:58:23Z</dcterms:modified>
</cp:coreProperties>
</file>